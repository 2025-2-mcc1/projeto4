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260" r:id="rId5"/>
  </p:sldIdLst>
  <p:sldSz cx="28800425" cy="43200638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sz="8132" kern="1200">
        <a:solidFill>
          <a:schemeClr val="tx1"/>
        </a:solidFill>
        <a:latin typeface="Arial" charset="0"/>
        <a:ea typeface="+mn-ea"/>
        <a:cs typeface="+mn-cs"/>
      </a:defRPr>
    </a:lvl1pPr>
    <a:lvl2pPr marL="609493" algn="l" rtl="0" eaLnBrk="0" fontAlgn="base" hangingPunct="0">
      <a:spcBef>
        <a:spcPct val="0"/>
      </a:spcBef>
      <a:spcAft>
        <a:spcPct val="0"/>
      </a:spcAft>
      <a:defRPr sz="8132" kern="1200">
        <a:solidFill>
          <a:schemeClr val="tx1"/>
        </a:solidFill>
        <a:latin typeface="Arial" charset="0"/>
        <a:ea typeface="+mn-ea"/>
        <a:cs typeface="+mn-cs"/>
      </a:defRPr>
    </a:lvl2pPr>
    <a:lvl3pPr marL="1218987" algn="l" rtl="0" eaLnBrk="0" fontAlgn="base" hangingPunct="0">
      <a:spcBef>
        <a:spcPct val="0"/>
      </a:spcBef>
      <a:spcAft>
        <a:spcPct val="0"/>
      </a:spcAft>
      <a:defRPr sz="8132" kern="1200">
        <a:solidFill>
          <a:schemeClr val="tx1"/>
        </a:solidFill>
        <a:latin typeface="Arial" charset="0"/>
        <a:ea typeface="+mn-ea"/>
        <a:cs typeface="+mn-cs"/>
      </a:defRPr>
    </a:lvl3pPr>
    <a:lvl4pPr marL="1828480" algn="l" rtl="0" eaLnBrk="0" fontAlgn="base" hangingPunct="0">
      <a:spcBef>
        <a:spcPct val="0"/>
      </a:spcBef>
      <a:spcAft>
        <a:spcPct val="0"/>
      </a:spcAft>
      <a:defRPr sz="8132" kern="1200">
        <a:solidFill>
          <a:schemeClr val="tx1"/>
        </a:solidFill>
        <a:latin typeface="Arial" charset="0"/>
        <a:ea typeface="+mn-ea"/>
        <a:cs typeface="+mn-cs"/>
      </a:defRPr>
    </a:lvl4pPr>
    <a:lvl5pPr marL="2437973" algn="l" rtl="0" eaLnBrk="0" fontAlgn="base" hangingPunct="0">
      <a:spcBef>
        <a:spcPct val="0"/>
      </a:spcBef>
      <a:spcAft>
        <a:spcPct val="0"/>
      </a:spcAft>
      <a:defRPr sz="8132" kern="1200">
        <a:solidFill>
          <a:schemeClr val="tx1"/>
        </a:solidFill>
        <a:latin typeface="Arial" charset="0"/>
        <a:ea typeface="+mn-ea"/>
        <a:cs typeface="+mn-cs"/>
      </a:defRPr>
    </a:lvl5pPr>
    <a:lvl6pPr marL="3047467" algn="l" defTabSz="1218987" rtl="0" eaLnBrk="1" latinLnBrk="0" hangingPunct="1">
      <a:defRPr sz="8132" kern="1200">
        <a:solidFill>
          <a:schemeClr val="tx1"/>
        </a:solidFill>
        <a:latin typeface="Arial" charset="0"/>
        <a:ea typeface="+mn-ea"/>
        <a:cs typeface="+mn-cs"/>
      </a:defRPr>
    </a:lvl6pPr>
    <a:lvl7pPr marL="3656960" algn="l" defTabSz="1218987" rtl="0" eaLnBrk="1" latinLnBrk="0" hangingPunct="1">
      <a:defRPr sz="8132" kern="1200">
        <a:solidFill>
          <a:schemeClr val="tx1"/>
        </a:solidFill>
        <a:latin typeface="Arial" charset="0"/>
        <a:ea typeface="+mn-ea"/>
        <a:cs typeface="+mn-cs"/>
      </a:defRPr>
    </a:lvl7pPr>
    <a:lvl8pPr marL="4266453" algn="l" defTabSz="1218987" rtl="0" eaLnBrk="1" latinLnBrk="0" hangingPunct="1">
      <a:defRPr sz="8132" kern="1200">
        <a:solidFill>
          <a:schemeClr val="tx1"/>
        </a:solidFill>
        <a:latin typeface="Arial" charset="0"/>
        <a:ea typeface="+mn-ea"/>
        <a:cs typeface="+mn-cs"/>
      </a:defRPr>
    </a:lvl8pPr>
    <a:lvl9pPr marL="4875947" algn="l" defTabSz="1218987" rtl="0" eaLnBrk="1" latinLnBrk="0" hangingPunct="1">
      <a:defRPr sz="8132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607" userDrawn="1">
          <p15:clr>
            <a:srgbClr val="A4A3A4"/>
          </p15:clr>
        </p15:guide>
        <p15:guide id="2" pos="907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  <a:srgbClr val="FF0000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33" d="100"/>
          <a:sy n="33" d="100"/>
        </p:scale>
        <p:origin x="878" y="158"/>
      </p:cViewPr>
      <p:guideLst>
        <p:guide orient="horz" pos="13607"/>
        <p:guide pos="907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62137F34-5DDC-4C31-BA02-2277B1A4CE6D}" type="slidenum">
              <a:rPr lang="pt-BR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31608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286000" y="685800"/>
            <a:ext cx="228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937B61E2-BDFA-4896-B4A2-5CC42FC61C0E}" type="slidenum">
              <a:rPr lang="pt-BR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18531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609493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1218987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1828480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2437973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34" charset="-128"/>
            </a:endParaRPr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1035EDA-CF5D-4260-93D3-A3EA22A42075}" type="slidenum">
              <a:rPr lang="pt-BR">
                <a:latin typeface="Calibri" pitchFamily="34" charset="0"/>
                <a:ea typeface="ＭＳ Ｐゴシック" pitchFamily="34" charset="-128"/>
              </a:rPr>
              <a:pPr/>
              <a:t>1</a:t>
            </a:fld>
            <a:endParaRPr lang="pt-BR">
              <a:latin typeface="Calibri" pitchFamily="34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18527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60880" y="13420305"/>
            <a:ext cx="24478668" cy="925939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319642" y="24480786"/>
            <a:ext cx="20161144" cy="11039316"/>
          </a:xfrm>
        </p:spPr>
        <p:txBody>
          <a:bodyPr/>
          <a:lstStyle>
            <a:lvl1pPr marL="0" indent="0" algn="ctr">
              <a:buNone/>
              <a:defRPr/>
            </a:lvl1pPr>
            <a:lvl2pPr marL="609539" indent="0" algn="ctr">
              <a:buNone/>
              <a:defRPr/>
            </a:lvl2pPr>
            <a:lvl3pPr marL="1219078" indent="0" algn="ctr">
              <a:buNone/>
              <a:defRPr/>
            </a:lvl3pPr>
            <a:lvl4pPr marL="1828617" indent="0" algn="ctr">
              <a:buNone/>
              <a:defRPr/>
            </a:lvl4pPr>
            <a:lvl5pPr marL="2438156" indent="0" algn="ctr">
              <a:buNone/>
              <a:defRPr/>
            </a:lvl5pPr>
            <a:lvl6pPr marL="3047695" indent="0" algn="ctr">
              <a:buNone/>
              <a:defRPr/>
            </a:lvl6pPr>
            <a:lvl7pPr marL="3657234" indent="0" algn="ctr">
              <a:buNone/>
              <a:defRPr/>
            </a:lvl7pPr>
            <a:lvl8pPr marL="4266773" indent="0" algn="ctr">
              <a:buNone/>
              <a:defRPr/>
            </a:lvl8pPr>
            <a:lvl9pPr marL="4876312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FD650F0-8AAD-48EF-B3D3-2345F45EF8B2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DC96D8B-5E5D-4756-AFBB-3EBE1D3ED4DA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275166" y="27761258"/>
            <a:ext cx="24480784" cy="8580021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275166" y="18309267"/>
            <a:ext cx="24480784" cy="9451991"/>
          </a:xfrm>
        </p:spPr>
        <p:txBody>
          <a:bodyPr anchor="b"/>
          <a:lstStyle>
            <a:lvl1pPr marL="0" indent="0">
              <a:buNone/>
              <a:defRPr sz="2666"/>
            </a:lvl1pPr>
            <a:lvl2pPr marL="609539" indent="0">
              <a:buNone/>
              <a:defRPr sz="2400"/>
            </a:lvl2pPr>
            <a:lvl3pPr marL="1219078" indent="0">
              <a:buNone/>
              <a:defRPr sz="2133"/>
            </a:lvl3pPr>
            <a:lvl4pPr marL="1828617" indent="0">
              <a:buNone/>
              <a:defRPr sz="1866"/>
            </a:lvl4pPr>
            <a:lvl5pPr marL="2438156" indent="0">
              <a:buNone/>
              <a:defRPr sz="1866"/>
            </a:lvl5pPr>
            <a:lvl6pPr marL="3047695" indent="0">
              <a:buNone/>
              <a:defRPr sz="1866"/>
            </a:lvl6pPr>
            <a:lvl7pPr marL="3657234" indent="0">
              <a:buNone/>
              <a:defRPr sz="1866"/>
            </a:lvl7pPr>
            <a:lvl8pPr marL="4266773" indent="0">
              <a:buNone/>
              <a:defRPr sz="1866"/>
            </a:lvl8pPr>
            <a:lvl9pPr marL="4876312" indent="0">
              <a:buNone/>
              <a:defRPr sz="1866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D877B64-938F-41A7-B468-783CF163B3B2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439175" y="10080573"/>
            <a:ext cx="12859449" cy="2851047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6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4501801" y="10080573"/>
            <a:ext cx="12859449" cy="2851047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6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DF3C380-F25C-4E70-B099-B699EC5ADAC9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439175" y="9669985"/>
            <a:ext cx="12726114" cy="402968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39" indent="0">
              <a:buNone/>
              <a:defRPr sz="2666" b="1"/>
            </a:lvl2pPr>
            <a:lvl3pPr marL="1219078" indent="0">
              <a:buNone/>
              <a:defRPr sz="2400" b="1"/>
            </a:lvl3pPr>
            <a:lvl4pPr marL="1828617" indent="0">
              <a:buNone/>
              <a:defRPr sz="2133" b="1"/>
            </a:lvl4pPr>
            <a:lvl5pPr marL="2438156" indent="0">
              <a:buNone/>
              <a:defRPr sz="2133" b="1"/>
            </a:lvl5pPr>
            <a:lvl6pPr marL="3047695" indent="0">
              <a:buNone/>
              <a:defRPr sz="2133" b="1"/>
            </a:lvl6pPr>
            <a:lvl7pPr marL="3657234" indent="0">
              <a:buNone/>
              <a:defRPr sz="2133" b="1"/>
            </a:lvl7pPr>
            <a:lvl8pPr marL="4266773" indent="0">
              <a:buNone/>
              <a:defRPr sz="2133" b="1"/>
            </a:lvl8pPr>
            <a:lvl9pPr marL="4876312" indent="0">
              <a:buNone/>
              <a:defRPr sz="2133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439175" y="13699675"/>
            <a:ext cx="12726114" cy="24891372"/>
          </a:xfrm>
        </p:spPr>
        <p:txBody>
          <a:bodyPr/>
          <a:lstStyle>
            <a:lvl1pPr>
              <a:defRPr sz="3200"/>
            </a:lvl1pPr>
            <a:lvl2pPr>
              <a:defRPr sz="2666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14630904" y="9669985"/>
            <a:ext cx="12730346" cy="402968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39" indent="0">
              <a:buNone/>
              <a:defRPr sz="2666" b="1"/>
            </a:lvl2pPr>
            <a:lvl3pPr marL="1219078" indent="0">
              <a:buNone/>
              <a:defRPr sz="2400" b="1"/>
            </a:lvl3pPr>
            <a:lvl4pPr marL="1828617" indent="0">
              <a:buNone/>
              <a:defRPr sz="2133" b="1"/>
            </a:lvl4pPr>
            <a:lvl5pPr marL="2438156" indent="0">
              <a:buNone/>
              <a:defRPr sz="2133" b="1"/>
            </a:lvl5pPr>
            <a:lvl6pPr marL="3047695" indent="0">
              <a:buNone/>
              <a:defRPr sz="2133" b="1"/>
            </a:lvl6pPr>
            <a:lvl7pPr marL="3657234" indent="0">
              <a:buNone/>
              <a:defRPr sz="2133" b="1"/>
            </a:lvl7pPr>
            <a:lvl8pPr marL="4266773" indent="0">
              <a:buNone/>
              <a:defRPr sz="2133" b="1"/>
            </a:lvl8pPr>
            <a:lvl9pPr marL="4876312" indent="0">
              <a:buNone/>
              <a:defRPr sz="2133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14630904" y="13699675"/>
            <a:ext cx="12730346" cy="24891372"/>
          </a:xfrm>
        </p:spPr>
        <p:txBody>
          <a:bodyPr/>
          <a:lstStyle>
            <a:lvl1pPr>
              <a:defRPr sz="3200"/>
            </a:lvl1pPr>
            <a:lvl2pPr>
              <a:defRPr sz="2666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11D1C0-6B5C-4B42-9BF5-9656ED25A1D6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203E92E-70CD-434A-A365-47B3624C9D13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EBB076-EF90-42B2-B80B-DD7B17B5D866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39175" y="1720661"/>
            <a:ext cx="9475273" cy="7318627"/>
          </a:xfrm>
        </p:spPr>
        <p:txBody>
          <a:bodyPr anchor="b"/>
          <a:lstStyle>
            <a:lvl1pPr algn="l">
              <a:defRPr sz="2666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1259425" y="1720662"/>
            <a:ext cx="16101825" cy="36870385"/>
          </a:xfrm>
        </p:spPr>
        <p:txBody>
          <a:bodyPr/>
          <a:lstStyle>
            <a:lvl1pPr>
              <a:defRPr sz="4266"/>
            </a:lvl1pPr>
            <a:lvl2pPr>
              <a:defRPr sz="3733"/>
            </a:lvl2pPr>
            <a:lvl3pPr>
              <a:defRPr sz="3200"/>
            </a:lvl3pPr>
            <a:lvl4pPr>
              <a:defRPr sz="2666"/>
            </a:lvl4pPr>
            <a:lvl5pPr>
              <a:defRPr sz="2666"/>
            </a:lvl5pPr>
            <a:lvl6pPr>
              <a:defRPr sz="2666"/>
            </a:lvl6pPr>
            <a:lvl7pPr>
              <a:defRPr sz="2666"/>
            </a:lvl7pPr>
            <a:lvl8pPr>
              <a:defRPr sz="2666"/>
            </a:lvl8pPr>
            <a:lvl9pPr>
              <a:defRPr sz="2666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439175" y="9039287"/>
            <a:ext cx="9475273" cy="29551759"/>
          </a:xfrm>
        </p:spPr>
        <p:txBody>
          <a:bodyPr/>
          <a:lstStyle>
            <a:lvl1pPr marL="0" indent="0">
              <a:buNone/>
              <a:defRPr sz="1866"/>
            </a:lvl1pPr>
            <a:lvl2pPr marL="609539" indent="0">
              <a:buNone/>
              <a:defRPr sz="1600"/>
            </a:lvl2pPr>
            <a:lvl3pPr marL="1219078" indent="0">
              <a:buNone/>
              <a:defRPr sz="1333"/>
            </a:lvl3pPr>
            <a:lvl4pPr marL="1828617" indent="0">
              <a:buNone/>
              <a:defRPr sz="1200"/>
            </a:lvl4pPr>
            <a:lvl5pPr marL="2438156" indent="0">
              <a:buNone/>
              <a:defRPr sz="1200"/>
            </a:lvl5pPr>
            <a:lvl6pPr marL="3047695" indent="0">
              <a:buNone/>
              <a:defRPr sz="1200"/>
            </a:lvl6pPr>
            <a:lvl7pPr marL="3657234" indent="0">
              <a:buNone/>
              <a:defRPr sz="1200"/>
            </a:lvl7pPr>
            <a:lvl8pPr marL="4266773" indent="0">
              <a:buNone/>
              <a:defRPr sz="1200"/>
            </a:lvl8pPr>
            <a:lvl9pPr marL="4876312" indent="0">
              <a:buNone/>
              <a:defRPr sz="12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7FA4729-5D1D-4D38-A25F-215095997037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644529" y="30239601"/>
            <a:ext cx="17280678" cy="3570424"/>
          </a:xfrm>
        </p:spPr>
        <p:txBody>
          <a:bodyPr anchor="b"/>
          <a:lstStyle>
            <a:lvl1pPr algn="l">
              <a:defRPr sz="2666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644529" y="3860375"/>
            <a:ext cx="17280678" cy="25919960"/>
          </a:xfrm>
        </p:spPr>
        <p:txBody>
          <a:bodyPr/>
          <a:lstStyle>
            <a:lvl1pPr marL="0" indent="0">
              <a:buNone/>
              <a:defRPr sz="4266"/>
            </a:lvl1pPr>
            <a:lvl2pPr marL="609539" indent="0">
              <a:buNone/>
              <a:defRPr sz="3733"/>
            </a:lvl2pPr>
            <a:lvl3pPr marL="1219078" indent="0">
              <a:buNone/>
              <a:defRPr sz="3200"/>
            </a:lvl3pPr>
            <a:lvl4pPr marL="1828617" indent="0">
              <a:buNone/>
              <a:defRPr sz="2666"/>
            </a:lvl4pPr>
            <a:lvl5pPr marL="2438156" indent="0">
              <a:buNone/>
              <a:defRPr sz="2666"/>
            </a:lvl5pPr>
            <a:lvl6pPr marL="3047695" indent="0">
              <a:buNone/>
              <a:defRPr sz="2666"/>
            </a:lvl6pPr>
            <a:lvl7pPr marL="3657234" indent="0">
              <a:buNone/>
              <a:defRPr sz="2666"/>
            </a:lvl7pPr>
            <a:lvl8pPr marL="4266773" indent="0">
              <a:buNone/>
              <a:defRPr sz="2666"/>
            </a:lvl8pPr>
            <a:lvl9pPr marL="4876312" indent="0">
              <a:buNone/>
              <a:defRPr sz="2666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5644529" y="33810024"/>
            <a:ext cx="17280678" cy="5070974"/>
          </a:xfrm>
        </p:spPr>
        <p:txBody>
          <a:bodyPr/>
          <a:lstStyle>
            <a:lvl1pPr marL="0" indent="0">
              <a:buNone/>
              <a:defRPr sz="1866"/>
            </a:lvl1pPr>
            <a:lvl2pPr marL="609539" indent="0">
              <a:buNone/>
              <a:defRPr sz="1600"/>
            </a:lvl2pPr>
            <a:lvl3pPr marL="1219078" indent="0">
              <a:buNone/>
              <a:defRPr sz="1333"/>
            </a:lvl3pPr>
            <a:lvl4pPr marL="1828617" indent="0">
              <a:buNone/>
              <a:defRPr sz="1200"/>
            </a:lvl4pPr>
            <a:lvl5pPr marL="2438156" indent="0">
              <a:buNone/>
              <a:defRPr sz="1200"/>
            </a:lvl5pPr>
            <a:lvl6pPr marL="3047695" indent="0">
              <a:buNone/>
              <a:defRPr sz="1200"/>
            </a:lvl6pPr>
            <a:lvl7pPr marL="3657234" indent="0">
              <a:buNone/>
              <a:defRPr sz="1200"/>
            </a:lvl7pPr>
            <a:lvl8pPr marL="4266773" indent="0">
              <a:buNone/>
              <a:defRPr sz="1200"/>
            </a:lvl8pPr>
            <a:lvl9pPr marL="4876312" indent="0">
              <a:buNone/>
              <a:defRPr sz="12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B7DF24-3BB9-4DC6-A067-2A7C35CBC9DF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B3DDCC-A5AA-4FD1-B372-9424E989D2BC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20880732" y="1729128"/>
            <a:ext cx="6480519" cy="36861919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439175" y="1729128"/>
            <a:ext cx="19238379" cy="36861919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6A33422-2CED-4084-A0A2-878BA7696C06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39175" y="1729128"/>
            <a:ext cx="25922076" cy="7200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308610" tIns="154305" rIns="308610" bIns="15430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/>
              <a:t>Clique para editar o estilo do título mestre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39175" y="10080573"/>
            <a:ext cx="25922076" cy="285104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308610" tIns="154305" rIns="308610" bIns="15430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439175" y="39340264"/>
            <a:ext cx="6721792" cy="3001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08610" tIns="154305" rIns="308610" bIns="154305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6266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9839300" y="39340264"/>
            <a:ext cx="9121828" cy="3001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08610" tIns="154305" rIns="308610" bIns="154305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6266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0639458" y="39340264"/>
            <a:ext cx="6721792" cy="3001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08610" tIns="154305" rIns="308610" bIns="154305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6266"/>
            </a:lvl1pPr>
          </a:lstStyle>
          <a:p>
            <a:fld id="{9D20D27F-DE98-4825-9B81-BD19507AA243}" type="slidenum">
              <a:rPr lang="pt-BR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114389" rtl="0" eaLnBrk="0" fontAlgn="base" hangingPunct="0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+mj-lt"/>
          <a:ea typeface="+mj-ea"/>
          <a:cs typeface="+mj-cs"/>
        </a:defRPr>
      </a:lvl1pPr>
      <a:lvl2pPr algn="ctr" defTabSz="4114389" rtl="0" eaLnBrk="0" fontAlgn="base" hangingPunct="0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2pPr>
      <a:lvl3pPr algn="ctr" defTabSz="4114389" rtl="0" eaLnBrk="0" fontAlgn="base" hangingPunct="0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3pPr>
      <a:lvl4pPr algn="ctr" defTabSz="4114389" rtl="0" eaLnBrk="0" fontAlgn="base" hangingPunct="0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4pPr>
      <a:lvl5pPr algn="ctr" defTabSz="4114389" rtl="0" eaLnBrk="0" fontAlgn="base" hangingPunct="0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5pPr>
      <a:lvl6pPr marL="609539" algn="ctr" defTabSz="4114389" rtl="0" fontAlgn="base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6pPr>
      <a:lvl7pPr marL="1219078" algn="ctr" defTabSz="4114389" rtl="0" fontAlgn="base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7pPr>
      <a:lvl8pPr marL="1828617" algn="ctr" defTabSz="4114389" rtl="0" fontAlgn="base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8pPr>
      <a:lvl9pPr marL="2438156" algn="ctr" defTabSz="4114389" rtl="0" fontAlgn="base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9pPr>
    </p:titleStyle>
    <p:bodyStyle>
      <a:lvl1pPr marL="1542896" indent="-1542896" algn="l" defTabSz="4114389" rtl="0" eaLnBrk="0" fontAlgn="base" hangingPunct="0">
        <a:spcBef>
          <a:spcPct val="20000"/>
        </a:spcBef>
        <a:spcAft>
          <a:spcPct val="0"/>
        </a:spcAft>
        <a:buChar char="•"/>
        <a:defRPr sz="14399">
          <a:solidFill>
            <a:schemeClr val="tx1"/>
          </a:solidFill>
          <a:latin typeface="+mn-lt"/>
          <a:ea typeface="+mn-ea"/>
          <a:cs typeface="+mn-cs"/>
        </a:defRPr>
      </a:lvl1pPr>
      <a:lvl2pPr marL="3343999" indent="-1286805" algn="l" defTabSz="4114389" rtl="0" eaLnBrk="0" fontAlgn="base" hangingPunct="0">
        <a:spcBef>
          <a:spcPct val="20000"/>
        </a:spcBef>
        <a:spcAft>
          <a:spcPct val="0"/>
        </a:spcAft>
        <a:buChar char="–"/>
        <a:defRPr sz="12665">
          <a:solidFill>
            <a:schemeClr val="tx1"/>
          </a:solidFill>
          <a:latin typeface="+mn-lt"/>
        </a:defRPr>
      </a:lvl2pPr>
      <a:lvl3pPr marL="5142986" indent="-1028597" algn="l" defTabSz="4114389" rtl="0" eaLnBrk="0" fontAlgn="base" hangingPunct="0">
        <a:spcBef>
          <a:spcPct val="20000"/>
        </a:spcBef>
        <a:spcAft>
          <a:spcPct val="0"/>
        </a:spcAft>
        <a:buChar char="•"/>
        <a:defRPr sz="10799">
          <a:solidFill>
            <a:schemeClr val="tx1"/>
          </a:solidFill>
          <a:latin typeface="+mn-lt"/>
        </a:defRPr>
      </a:lvl3pPr>
      <a:lvl4pPr marL="7200180" indent="-1028597" algn="l" defTabSz="4114389" rtl="0" eaLnBrk="0" fontAlgn="base" hangingPunct="0">
        <a:spcBef>
          <a:spcPct val="20000"/>
        </a:spcBef>
        <a:spcAft>
          <a:spcPct val="0"/>
        </a:spcAft>
        <a:buChar char="–"/>
        <a:defRPr sz="9066">
          <a:solidFill>
            <a:schemeClr val="tx1"/>
          </a:solidFill>
          <a:latin typeface="+mn-lt"/>
        </a:defRPr>
      </a:lvl4pPr>
      <a:lvl5pPr marL="9257374" indent="-1028597" algn="l" defTabSz="4114389" rtl="0" eaLnBrk="0" fontAlgn="base" hangingPunct="0">
        <a:spcBef>
          <a:spcPct val="20000"/>
        </a:spcBef>
        <a:spcAft>
          <a:spcPct val="0"/>
        </a:spcAft>
        <a:buChar char="»"/>
        <a:defRPr sz="9066">
          <a:solidFill>
            <a:schemeClr val="tx1"/>
          </a:solidFill>
          <a:latin typeface="+mn-lt"/>
        </a:defRPr>
      </a:lvl5pPr>
      <a:lvl6pPr marL="9866913" indent="-1028597" algn="l" defTabSz="4114389" rtl="0" fontAlgn="base">
        <a:spcBef>
          <a:spcPct val="20000"/>
        </a:spcBef>
        <a:spcAft>
          <a:spcPct val="0"/>
        </a:spcAft>
        <a:buChar char="»"/>
        <a:defRPr sz="9066">
          <a:solidFill>
            <a:schemeClr val="tx1"/>
          </a:solidFill>
          <a:latin typeface="+mn-lt"/>
        </a:defRPr>
      </a:lvl6pPr>
      <a:lvl7pPr marL="10476452" indent="-1028597" algn="l" defTabSz="4114389" rtl="0" fontAlgn="base">
        <a:spcBef>
          <a:spcPct val="20000"/>
        </a:spcBef>
        <a:spcAft>
          <a:spcPct val="0"/>
        </a:spcAft>
        <a:buChar char="»"/>
        <a:defRPr sz="9066">
          <a:solidFill>
            <a:schemeClr val="tx1"/>
          </a:solidFill>
          <a:latin typeface="+mn-lt"/>
        </a:defRPr>
      </a:lvl7pPr>
      <a:lvl8pPr marL="11085991" indent="-1028597" algn="l" defTabSz="4114389" rtl="0" fontAlgn="base">
        <a:spcBef>
          <a:spcPct val="20000"/>
        </a:spcBef>
        <a:spcAft>
          <a:spcPct val="0"/>
        </a:spcAft>
        <a:buChar char="»"/>
        <a:defRPr sz="9066">
          <a:solidFill>
            <a:schemeClr val="tx1"/>
          </a:solidFill>
          <a:latin typeface="+mn-lt"/>
        </a:defRPr>
      </a:lvl8pPr>
      <a:lvl9pPr marL="11695530" indent="-1028597" algn="l" defTabSz="4114389" rtl="0" fontAlgn="base">
        <a:spcBef>
          <a:spcPct val="20000"/>
        </a:spcBef>
        <a:spcAft>
          <a:spcPct val="0"/>
        </a:spcAft>
        <a:buChar char="»"/>
        <a:defRPr sz="9066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39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078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17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156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695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234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773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312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jpe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sv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F65B9183-D015-4EDA-BC8C-5077C4505C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40" y="10648"/>
            <a:ext cx="28774944" cy="43179343"/>
          </a:xfrm>
          <a:prstGeom prst="rect">
            <a:avLst/>
          </a:prstGeom>
        </p:spPr>
      </p:pic>
      <p:sp>
        <p:nvSpPr>
          <p:cNvPr id="4100" name="Rectangle 6"/>
          <p:cNvSpPr>
            <a:spLocks noChangeArrowheads="1"/>
          </p:cNvSpPr>
          <p:nvPr/>
        </p:nvSpPr>
        <p:spPr bwMode="auto">
          <a:xfrm>
            <a:off x="-36734" y="2703684"/>
            <a:ext cx="28800425" cy="666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algn="ctr" eaLnBrk="1" hangingPunct="1"/>
            <a:r>
              <a:rPr lang="pt-BR" sz="3733" b="1" dirty="0">
                <a:ea typeface="ＭＳ Ｐゴシック" pitchFamily="34" charset="-128"/>
                <a:cs typeface="Times New Roman" pitchFamily="18" charset="0"/>
              </a:rPr>
              <a:t> Alunos; Alunos; Alunos; Alunos; Alunos; Alunos;</a:t>
            </a:r>
          </a:p>
        </p:txBody>
      </p:sp>
      <p:sp>
        <p:nvSpPr>
          <p:cNvPr id="4102" name="TextBox 8"/>
          <p:cNvSpPr txBox="1">
            <a:spLocks noChangeArrowheads="1"/>
          </p:cNvSpPr>
          <p:nvPr/>
        </p:nvSpPr>
        <p:spPr bwMode="auto">
          <a:xfrm>
            <a:off x="690522" y="4992304"/>
            <a:ext cx="13284851" cy="6165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 defTabSz="1678349" eaLnBrk="1" hangingPunct="1"/>
            <a:r>
              <a:rPr lang="pt-BR" sz="3600" b="1" dirty="0">
                <a:ea typeface="ＭＳ Ｐゴシック" pitchFamily="34" charset="-128"/>
              </a:rPr>
              <a:t>Sobre a equipe</a:t>
            </a:r>
          </a:p>
          <a:p>
            <a:pPr algn="just" defTabSz="1678349" eaLnBrk="1" hangingPunct="1">
              <a:spcAft>
                <a:spcPts val="1200"/>
              </a:spcAft>
            </a:pPr>
            <a:r>
              <a:rPr lang="pt-BR" sz="3733" dirty="0"/>
              <a:t> </a:t>
            </a:r>
            <a:r>
              <a:rPr lang="pt-BR" sz="2666" dirty="0"/>
              <a:t>	 </a:t>
            </a:r>
            <a:r>
              <a:rPr lang="pt-BR" sz="2400" dirty="0">
                <a:highlight>
                  <a:srgbClr val="FFFF00"/>
                </a:highlight>
              </a:rPr>
              <a:t>Descreva sobre sua equipe, quem focou em qual parte do trabalho...</a:t>
            </a:r>
            <a:r>
              <a:rPr lang="pt-BR" sz="2400" dirty="0"/>
              <a:t>- </a:t>
            </a:r>
            <a:r>
              <a:rPr lang="pt-BR" sz="2400" dirty="0" err="1"/>
              <a:t>nononon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o non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onononon</a:t>
            </a:r>
            <a:r>
              <a:rPr lang="pt-BR" sz="2400" dirty="0"/>
              <a:t> </a:t>
            </a:r>
            <a:r>
              <a:rPr lang="pt-BR" sz="2400" dirty="0" err="1"/>
              <a:t>ononon</a:t>
            </a:r>
            <a:r>
              <a:rPr lang="pt-BR" sz="2400" dirty="0"/>
              <a:t> </a:t>
            </a:r>
            <a:r>
              <a:rPr lang="pt-BR" sz="2400" dirty="0" err="1"/>
              <a:t>ononononononon</a:t>
            </a:r>
            <a:r>
              <a:rPr lang="pt-BR" sz="2400" dirty="0"/>
              <a:t> </a:t>
            </a:r>
            <a:r>
              <a:rPr lang="pt-BR" sz="2400" dirty="0" err="1"/>
              <a:t>ononononon</a:t>
            </a:r>
            <a:r>
              <a:rPr lang="pt-BR" sz="2400" dirty="0"/>
              <a:t> </a:t>
            </a:r>
            <a:r>
              <a:rPr lang="pt-BR" sz="2400" dirty="0" err="1"/>
              <a:t>onononononon</a:t>
            </a:r>
            <a:r>
              <a:rPr lang="pt-BR" sz="2400" dirty="0"/>
              <a:t> </a:t>
            </a:r>
            <a:r>
              <a:rPr lang="pt-BR" sz="2400" dirty="0" err="1"/>
              <a:t>ononononono</a:t>
            </a:r>
            <a:r>
              <a:rPr lang="pt-BR" sz="2400" dirty="0"/>
              <a:t> </a:t>
            </a:r>
            <a:r>
              <a:rPr lang="pt-BR" sz="2400" dirty="0" err="1"/>
              <a:t>nonononono</a:t>
            </a:r>
            <a:r>
              <a:rPr lang="pt-BR" sz="2400" dirty="0"/>
              <a:t> </a:t>
            </a:r>
            <a:r>
              <a:rPr lang="pt-BR" sz="2400" dirty="0" err="1"/>
              <a:t>nonononononon</a:t>
            </a:r>
            <a:r>
              <a:rPr lang="pt-BR" sz="3200" dirty="0"/>
              <a:t> </a:t>
            </a:r>
            <a:r>
              <a:rPr lang="pt-BR" sz="2400" dirty="0"/>
              <a:t>	  </a:t>
            </a:r>
            <a:r>
              <a:rPr lang="pt-BR" sz="2400" dirty="0" err="1"/>
              <a:t>nononon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o non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onononon</a:t>
            </a:r>
            <a:r>
              <a:rPr lang="pt-BR" sz="2400" dirty="0"/>
              <a:t> </a:t>
            </a:r>
            <a:r>
              <a:rPr lang="pt-BR" sz="2400" dirty="0" err="1"/>
              <a:t>ononon</a:t>
            </a:r>
            <a:r>
              <a:rPr lang="pt-BR" sz="2400" dirty="0"/>
              <a:t> </a:t>
            </a:r>
            <a:r>
              <a:rPr lang="pt-BR" sz="2400" dirty="0" err="1"/>
              <a:t>ononononononon</a:t>
            </a:r>
            <a:r>
              <a:rPr lang="pt-BR" sz="2400" dirty="0"/>
              <a:t> </a:t>
            </a:r>
            <a:r>
              <a:rPr lang="pt-BR" sz="2400" dirty="0" err="1"/>
              <a:t>ononononon</a:t>
            </a:r>
            <a:r>
              <a:rPr lang="pt-BR" sz="2400" dirty="0"/>
              <a:t> </a:t>
            </a:r>
            <a:r>
              <a:rPr lang="pt-BR" sz="2400" dirty="0" err="1"/>
              <a:t>onononononon</a:t>
            </a:r>
            <a:r>
              <a:rPr lang="pt-BR" sz="2400" dirty="0"/>
              <a:t> </a:t>
            </a:r>
            <a:r>
              <a:rPr lang="pt-BR" sz="2400" dirty="0" err="1"/>
              <a:t>ononononono</a:t>
            </a:r>
            <a:r>
              <a:rPr lang="pt-BR" sz="2400" dirty="0"/>
              <a:t> </a:t>
            </a:r>
            <a:r>
              <a:rPr lang="pt-BR" sz="2400" dirty="0" err="1"/>
              <a:t>nonononono</a:t>
            </a:r>
            <a:r>
              <a:rPr lang="pt-BR" sz="2400" dirty="0"/>
              <a:t> </a:t>
            </a:r>
            <a:r>
              <a:rPr lang="pt-BR" sz="2400" dirty="0" err="1"/>
              <a:t>nonononononon</a:t>
            </a:r>
            <a:r>
              <a:rPr lang="pt-BR" sz="3200" dirty="0"/>
              <a:t> </a:t>
            </a:r>
            <a:r>
              <a:rPr lang="pt-BR" sz="2400" dirty="0"/>
              <a:t>	  </a:t>
            </a:r>
            <a:r>
              <a:rPr lang="pt-BR" sz="2400" dirty="0" err="1"/>
              <a:t>nononon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o non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onononon</a:t>
            </a:r>
            <a:r>
              <a:rPr lang="pt-BR" sz="2400" dirty="0"/>
              <a:t> </a:t>
            </a:r>
            <a:r>
              <a:rPr lang="pt-BR" sz="2400" dirty="0" err="1"/>
              <a:t>ononon</a:t>
            </a:r>
            <a:r>
              <a:rPr lang="pt-BR" sz="2400" dirty="0"/>
              <a:t> </a:t>
            </a:r>
            <a:r>
              <a:rPr lang="pt-BR" sz="2400" dirty="0" err="1"/>
              <a:t>ononononononon</a:t>
            </a:r>
            <a:r>
              <a:rPr lang="pt-BR" sz="2400" dirty="0"/>
              <a:t> </a:t>
            </a:r>
            <a:r>
              <a:rPr lang="pt-BR" sz="2400" dirty="0" err="1"/>
              <a:t>ononononon</a:t>
            </a:r>
            <a:r>
              <a:rPr lang="pt-BR" sz="2400" dirty="0"/>
              <a:t> </a:t>
            </a:r>
            <a:r>
              <a:rPr lang="pt-BR" sz="2400" dirty="0" err="1"/>
              <a:t>onononononon</a:t>
            </a:r>
            <a:r>
              <a:rPr lang="pt-BR" sz="2400" dirty="0"/>
              <a:t> </a:t>
            </a:r>
            <a:r>
              <a:rPr lang="pt-BR" sz="2400" dirty="0" err="1"/>
              <a:t>ononononono</a:t>
            </a:r>
            <a:r>
              <a:rPr lang="pt-BR" sz="2400" dirty="0"/>
              <a:t> </a:t>
            </a:r>
            <a:r>
              <a:rPr lang="pt-BR" sz="2400" dirty="0" err="1"/>
              <a:t>nonononono</a:t>
            </a:r>
            <a:r>
              <a:rPr lang="pt-BR" sz="2400" dirty="0"/>
              <a:t> </a:t>
            </a:r>
            <a:r>
              <a:rPr lang="pt-BR" sz="2400" dirty="0" err="1"/>
              <a:t>nonononononon</a:t>
            </a:r>
            <a:r>
              <a:rPr lang="pt-BR" sz="3200" dirty="0"/>
              <a:t> </a:t>
            </a:r>
            <a:r>
              <a:rPr lang="pt-BR" sz="2400" dirty="0"/>
              <a:t>	  </a:t>
            </a:r>
            <a:r>
              <a:rPr lang="pt-BR" sz="2400" dirty="0" err="1"/>
              <a:t>nononon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o non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onononon</a:t>
            </a:r>
            <a:r>
              <a:rPr lang="pt-BR" sz="2400" dirty="0"/>
              <a:t> </a:t>
            </a:r>
            <a:r>
              <a:rPr lang="pt-BR" sz="2400" dirty="0" err="1"/>
              <a:t>ononon</a:t>
            </a:r>
            <a:r>
              <a:rPr lang="pt-BR" sz="2400" dirty="0"/>
              <a:t> </a:t>
            </a:r>
            <a:r>
              <a:rPr lang="pt-BR" sz="2400" dirty="0" err="1"/>
              <a:t>ononononononon</a:t>
            </a:r>
            <a:r>
              <a:rPr lang="pt-BR" sz="2400" dirty="0"/>
              <a:t> </a:t>
            </a:r>
            <a:r>
              <a:rPr lang="pt-BR" sz="2400" dirty="0" err="1"/>
              <a:t>ononononon</a:t>
            </a:r>
            <a:r>
              <a:rPr lang="pt-BR" sz="2400" dirty="0"/>
              <a:t> </a:t>
            </a:r>
            <a:r>
              <a:rPr lang="pt-BR" sz="2400" dirty="0" err="1"/>
              <a:t>onononononon</a:t>
            </a:r>
            <a:r>
              <a:rPr lang="pt-BR" sz="2400" dirty="0"/>
              <a:t> </a:t>
            </a:r>
            <a:r>
              <a:rPr lang="pt-BR" sz="2400" dirty="0" err="1"/>
              <a:t>ononononono</a:t>
            </a:r>
            <a:r>
              <a:rPr lang="pt-BR" sz="2400" dirty="0"/>
              <a:t> </a:t>
            </a:r>
            <a:r>
              <a:rPr lang="pt-BR" sz="2400" dirty="0" err="1"/>
              <a:t>nonononono</a:t>
            </a:r>
            <a:r>
              <a:rPr lang="pt-BR" sz="2400" dirty="0"/>
              <a:t> </a:t>
            </a:r>
            <a:r>
              <a:rPr lang="pt-BR" sz="2400" dirty="0" err="1"/>
              <a:t>nononononononnonononono</a:t>
            </a:r>
            <a:r>
              <a:rPr lang="pt-BR" sz="2400" dirty="0"/>
              <a:t> </a:t>
            </a:r>
            <a:r>
              <a:rPr lang="pt-BR" sz="2400" dirty="0" err="1"/>
              <a:t>nonononononon</a:t>
            </a:r>
            <a:r>
              <a:rPr lang="pt-BR" sz="3200" dirty="0"/>
              <a:t> </a:t>
            </a:r>
            <a:r>
              <a:rPr lang="pt-BR" sz="2400" dirty="0"/>
              <a:t>	  </a:t>
            </a:r>
            <a:r>
              <a:rPr lang="pt-BR" sz="2400" dirty="0" err="1"/>
              <a:t>nononon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o non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onononon</a:t>
            </a:r>
            <a:r>
              <a:rPr lang="pt-BR" sz="2400" dirty="0"/>
              <a:t> </a:t>
            </a:r>
            <a:r>
              <a:rPr lang="pt-BR" sz="2400" dirty="0" err="1"/>
              <a:t>ononon</a:t>
            </a:r>
            <a:r>
              <a:rPr lang="pt-BR" sz="2400" dirty="0"/>
              <a:t> </a:t>
            </a:r>
            <a:r>
              <a:rPr lang="pt-BR" sz="2400" dirty="0" err="1"/>
              <a:t>ononononononon</a:t>
            </a:r>
            <a:r>
              <a:rPr lang="pt-BR" sz="2400" dirty="0"/>
              <a:t> </a:t>
            </a:r>
            <a:r>
              <a:rPr lang="pt-BR" sz="2400" dirty="0" err="1"/>
              <a:t>ononononon</a:t>
            </a:r>
            <a:r>
              <a:rPr lang="pt-BR" sz="2400" dirty="0"/>
              <a:t> </a:t>
            </a:r>
            <a:r>
              <a:rPr lang="pt-BR" sz="2400" dirty="0" err="1"/>
              <a:t>onononononon</a:t>
            </a:r>
            <a:r>
              <a:rPr lang="pt-BR" sz="2400" dirty="0"/>
              <a:t> </a:t>
            </a:r>
            <a:r>
              <a:rPr lang="pt-BR" sz="2400" dirty="0" err="1"/>
              <a:t>ononononono</a:t>
            </a:r>
            <a:r>
              <a:rPr lang="pt-BR" sz="2400" dirty="0"/>
              <a:t> </a:t>
            </a:r>
            <a:r>
              <a:rPr lang="pt-BR" sz="2400" dirty="0" err="1"/>
              <a:t>nonononono</a:t>
            </a:r>
            <a:r>
              <a:rPr lang="pt-BR" sz="2400" dirty="0"/>
              <a:t> </a:t>
            </a:r>
            <a:r>
              <a:rPr lang="pt-BR" sz="2400" dirty="0" err="1"/>
              <a:t>nonononononon</a:t>
            </a:r>
            <a:endParaRPr lang="pt-BR" sz="2400" dirty="0"/>
          </a:p>
          <a:p>
            <a:pPr algn="just" defTabSz="1678349" eaLnBrk="1" hangingPunct="1">
              <a:spcAft>
                <a:spcPts val="1200"/>
              </a:spcAft>
            </a:pPr>
            <a:endParaRPr lang="pt-BR" sz="2666" dirty="0"/>
          </a:p>
          <a:p>
            <a:pPr algn="just" defTabSz="1678349" eaLnBrk="1" hangingPunct="1">
              <a:spcAft>
                <a:spcPts val="1200"/>
              </a:spcAft>
            </a:pPr>
            <a:endParaRPr lang="pt-BR" sz="2666" dirty="0"/>
          </a:p>
        </p:txBody>
      </p:sp>
      <p:sp>
        <p:nvSpPr>
          <p:cNvPr id="4104" name="Rectangle 13"/>
          <p:cNvSpPr>
            <a:spLocks noChangeArrowheads="1"/>
          </p:cNvSpPr>
          <p:nvPr/>
        </p:nvSpPr>
        <p:spPr bwMode="auto">
          <a:xfrm>
            <a:off x="0" y="-669350"/>
            <a:ext cx="184731" cy="133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4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126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0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114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114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114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114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sz="8099">
              <a:latin typeface="Arial" panose="020B0604020202020204" pitchFamily="34" charset="0"/>
            </a:endParaRPr>
          </a:p>
        </p:txBody>
      </p:sp>
      <p:sp>
        <p:nvSpPr>
          <p:cNvPr id="410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33295" y="1091039"/>
            <a:ext cx="27924315" cy="2258359"/>
          </a:xfrm>
        </p:spPr>
        <p:txBody>
          <a:bodyPr/>
          <a:lstStyle/>
          <a:p>
            <a:pPr eaLnBrk="1" hangingPunct="1"/>
            <a:r>
              <a:rPr lang="pt-BR" sz="5866" b="1" dirty="0"/>
              <a:t>Nome do Projeto</a:t>
            </a:r>
          </a:p>
        </p:txBody>
      </p:sp>
      <p:sp>
        <p:nvSpPr>
          <p:cNvPr id="4109" name="Rectangle 14"/>
          <p:cNvSpPr>
            <a:spLocks noChangeArrowheads="1"/>
          </p:cNvSpPr>
          <p:nvPr/>
        </p:nvSpPr>
        <p:spPr bwMode="auto">
          <a:xfrm>
            <a:off x="1540883" y="288300"/>
            <a:ext cx="25809904" cy="1619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411435" tIns="205717" rIns="411435" bIns="205717" anchor="ctr"/>
          <a:lstStyle/>
          <a:p>
            <a:pPr algn="ctr" eaLnBrk="1" hangingPunct="1"/>
            <a:r>
              <a:rPr lang="pt-BR" sz="7999" b="1" dirty="0">
                <a:solidFill>
                  <a:schemeClr val="bg1"/>
                </a:solidFill>
              </a:rPr>
              <a:t>Semana de Tecnologia FECAP 202X</a:t>
            </a: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6D4C09D9-51BE-953B-669D-23F72BD2F1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53154" y="4992305"/>
            <a:ext cx="13284851" cy="43495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 defTabSz="1678349" eaLnBrk="1" hangingPunct="1"/>
            <a:r>
              <a:rPr lang="pt-BR" sz="3600" b="1" dirty="0">
                <a:ea typeface="ＭＳ Ｐゴシック" pitchFamily="34" charset="-128"/>
              </a:rPr>
              <a:t>Problema a ser tratado</a:t>
            </a:r>
          </a:p>
          <a:p>
            <a:pPr algn="just" defTabSz="1678349" eaLnBrk="1" hangingPunct="1">
              <a:spcAft>
                <a:spcPts val="1200"/>
              </a:spcAft>
            </a:pPr>
            <a:r>
              <a:rPr lang="pt-BR" sz="3733" dirty="0"/>
              <a:t> </a:t>
            </a:r>
            <a:r>
              <a:rPr lang="pt-BR" sz="2666" dirty="0"/>
              <a:t>	</a:t>
            </a:r>
            <a:r>
              <a:rPr lang="pt-BR" sz="2400" dirty="0"/>
              <a:t>  O jogo “Quarto Fobo” abrange uma dinâmica de escape </a:t>
            </a:r>
            <a:r>
              <a:rPr lang="pt-BR" sz="2400" dirty="0" err="1"/>
              <a:t>room</a:t>
            </a:r>
            <a:r>
              <a:rPr lang="pt-BR" sz="2400" dirty="0"/>
              <a:t>, baseada na resolução de puzzles para a conclusão da trama central. O jogo não possui um público-alvo específico, sendo acessível e prático para todas as pessoas.</a:t>
            </a:r>
          </a:p>
          <a:p>
            <a:pPr algn="just" defTabSz="1678349" eaLnBrk="1" hangingPunct="1">
              <a:spcAft>
                <a:spcPts val="1200"/>
              </a:spcAft>
            </a:pPr>
            <a:r>
              <a:rPr lang="pt-BR" sz="2400" dirty="0"/>
              <a:t> 	  Além disso, aborda o tema “saúde mental” e as consequências da ausência dela, destacando o quão fundamental é para o bem-estar humano e como afeta a nossa realidade e percepção.</a:t>
            </a:r>
            <a:endParaRPr lang="pt-BR" sz="2666" dirty="0"/>
          </a:p>
          <a:p>
            <a:pPr algn="just" defTabSz="1678349" eaLnBrk="1" hangingPunct="1">
              <a:spcAft>
                <a:spcPts val="1200"/>
              </a:spcAft>
            </a:pPr>
            <a:endParaRPr lang="pt-BR" sz="2666" dirty="0"/>
          </a:p>
          <a:p>
            <a:pPr algn="just" defTabSz="1678349" eaLnBrk="1" hangingPunct="1">
              <a:spcAft>
                <a:spcPts val="1200"/>
              </a:spcAft>
            </a:pPr>
            <a:r>
              <a:rPr lang="pt-BR" sz="2666" dirty="0"/>
              <a:t>	</a:t>
            </a:r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C1758913-C53F-99C8-A545-3D8DE7E0ED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353" y="33543418"/>
            <a:ext cx="13318910" cy="3744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 defTabSz="1678349" eaLnBrk="1" hangingPunct="1"/>
            <a:r>
              <a:rPr lang="pt-BR" sz="3600" b="1" dirty="0">
                <a:ea typeface="ＭＳ Ｐゴシック" pitchFamily="34" charset="-128"/>
              </a:rPr>
              <a:t>Solução proposta</a:t>
            </a:r>
          </a:p>
          <a:p>
            <a:pPr algn="just" defTabSz="1678349" eaLnBrk="1" hangingPunct="1">
              <a:spcAft>
                <a:spcPts val="1200"/>
              </a:spcAft>
            </a:pPr>
            <a:r>
              <a:rPr lang="pt-BR" sz="3733" dirty="0"/>
              <a:t> </a:t>
            </a:r>
            <a:r>
              <a:rPr lang="pt-BR" sz="2666" dirty="0"/>
              <a:t>	</a:t>
            </a:r>
            <a:r>
              <a:rPr lang="pt-BR" sz="2400" dirty="0"/>
              <a:t> Desenvolvemos o Quarto Fobo, jogo de terror psicológico, pensando principalmente em como as pessoas podem ser afetadas pelas doenças mentais. Com isso, nossa solução oferece:</a:t>
            </a:r>
          </a:p>
          <a:p>
            <a:pPr marL="342900" indent="-342900" algn="just" defTabSz="1678349" eaLnBrk="1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b="1" dirty="0"/>
              <a:t>Psicopatologia: </a:t>
            </a:r>
            <a:r>
              <a:rPr lang="pt-BR" sz="2400" dirty="0"/>
              <a:t>Demonstrando de forma ficcional as causas e consequências das doenças mentais;</a:t>
            </a:r>
          </a:p>
          <a:p>
            <a:pPr marL="342900" indent="-342900" algn="just" defTabSz="1678349" eaLnBrk="1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b="1" dirty="0"/>
              <a:t>Conscientização</a:t>
            </a:r>
            <a:r>
              <a:rPr lang="pt-BR" sz="2400" dirty="0"/>
              <a:t>, buscando alertar as pessoas sobre os perigos de uma má saúde psicológica.</a:t>
            </a:r>
            <a:endParaRPr lang="pt-BR" sz="2666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A584AD84-C68C-68B6-E7C1-1D0E2FA735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40" y="3056747"/>
            <a:ext cx="29592614" cy="13551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11435" tIns="205717" rIns="411435" bIns="205717" numCol="1" anchor="ctr" anchorCtr="0" compatLnSpc="1">
            <a:prstTxWarp prst="textNoShape">
              <a:avLst/>
            </a:prstTxWarp>
          </a:bodyPr>
          <a:lstStyle>
            <a:lvl1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2pPr>
            <a:lvl3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3pPr>
            <a:lvl4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4pPr>
            <a:lvl5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5pPr>
            <a:lvl6pPr marL="457200" algn="ctr" defTabSz="3086100" rtl="0" fontAlgn="base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6pPr>
            <a:lvl7pPr marL="914400" algn="ctr" defTabSz="3086100" rtl="0" fontAlgn="base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7pPr>
            <a:lvl8pPr marL="1371600" algn="ctr" defTabSz="3086100" rtl="0" fontAlgn="base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8pPr>
            <a:lvl9pPr marL="1828800" algn="ctr" defTabSz="3086100" rtl="0" fontAlgn="base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2666" b="1" kern="0" dirty="0"/>
              <a:t>Professores: &lt;1 Nome e 1 sobrenome de todos os professores do semestre&gt;</a:t>
            </a:r>
            <a:endParaRPr lang="pt-BR" sz="5866" b="1" kern="0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AE19C662-D68A-6035-2E4C-978100FAE8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46784" y="33543418"/>
            <a:ext cx="13318910" cy="605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 defTabSz="1678349" eaLnBrk="1" hangingPunct="1"/>
            <a:r>
              <a:rPr lang="pt-BR" sz="3600" b="1" dirty="0">
                <a:ea typeface="ＭＳ Ｐゴシック" pitchFamily="34" charset="-128"/>
              </a:rPr>
              <a:t>Futuro do projeto</a:t>
            </a:r>
          </a:p>
          <a:p>
            <a:pPr algn="just" defTabSz="1678349" eaLnBrk="1" hangingPunct="1">
              <a:spcAft>
                <a:spcPts val="1200"/>
              </a:spcAft>
            </a:pPr>
            <a:r>
              <a:rPr lang="pt-BR" sz="3733" dirty="0"/>
              <a:t> </a:t>
            </a:r>
            <a:r>
              <a:rPr lang="pt-BR" sz="2666" dirty="0"/>
              <a:t>	  </a:t>
            </a:r>
            <a:r>
              <a:rPr lang="pt-BR" sz="2400" dirty="0"/>
              <a:t>Nosso objetivo é o desenvolvimento completo do Quarto Fobo, de forma que o jogo possa proporcionar aos jogadores uma experiência envolvente, em torno dos problemas que o protagonista enfrenta ao decorrer da jogatina.</a:t>
            </a:r>
          </a:p>
          <a:p>
            <a:pPr algn="just" defTabSz="1678349" eaLnBrk="1" hangingPunct="1">
              <a:spcAft>
                <a:spcPts val="1200"/>
              </a:spcAft>
            </a:pPr>
            <a:r>
              <a:rPr lang="pt-BR" sz="2400"/>
              <a:t> 	  Entre </a:t>
            </a:r>
            <a:r>
              <a:rPr lang="pt-BR" sz="2400" dirty="0"/>
              <a:t>os próximos passos, estão:</a:t>
            </a:r>
          </a:p>
          <a:p>
            <a:pPr marL="342900" indent="-342900" algn="just" defTabSz="1678349" eaLnBrk="1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Aprimoramento do projeto: finalizar as mecânicas do jogo, corrigir os erros que podem ocorrer e otimizar o desempenho.</a:t>
            </a:r>
          </a:p>
          <a:p>
            <a:pPr marL="342900" indent="-342900" algn="just" defTabSz="1678349" eaLnBrk="1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Criação de site do nosso jogo: um site oficial para novidades, atualizações e aquisição do jogo.</a:t>
            </a:r>
          </a:p>
          <a:p>
            <a:pPr marL="342900" indent="-342900" algn="just" defTabSz="1678349" eaLnBrk="1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Parcerias e Investidores: busca por investidores ou parceiros para a expansão do nosso projeto.</a:t>
            </a:r>
          </a:p>
          <a:p>
            <a:pPr marL="342900" indent="-342900" algn="just" defTabSz="1678349" eaLnBrk="1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Feedback: coletar opiniões das pessoas que jogaram para entender o que pode ser melhorado para ajustar o produto final.</a:t>
            </a:r>
            <a:endParaRPr lang="pt-BR" sz="2666" dirty="0"/>
          </a:p>
        </p:txBody>
      </p:sp>
      <p:sp>
        <p:nvSpPr>
          <p:cNvPr id="29" name="TextBox 8">
            <a:extLst>
              <a:ext uri="{FF2B5EF4-FFF2-40B4-BE49-F238E27FC236}">
                <a16:creationId xmlns:a16="http://schemas.microsoft.com/office/drawing/2014/main" id="{22108886-71AE-7425-406A-CC03C41D86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9431" y="10343748"/>
            <a:ext cx="12868819" cy="15694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defTabSz="1678349" eaLnBrk="1" hangingPunct="1"/>
            <a:r>
              <a:rPr lang="pt-BR" sz="5866" b="1" dirty="0">
                <a:ea typeface="ＭＳ Ｐゴシック" pitchFamily="34" charset="-128"/>
              </a:rPr>
              <a:t>Imagens e ferramentas do Projeto</a:t>
            </a:r>
          </a:p>
          <a:p>
            <a:pPr algn="just" defTabSz="1678349" eaLnBrk="1" hangingPunct="1">
              <a:spcAft>
                <a:spcPts val="1200"/>
              </a:spcAft>
            </a:pPr>
            <a:r>
              <a:rPr lang="pt-BR" sz="3733" dirty="0"/>
              <a:t> </a:t>
            </a:r>
            <a:r>
              <a:rPr lang="pt-BR" sz="2666" dirty="0"/>
              <a:t>	</a:t>
            </a:r>
          </a:p>
        </p:txBody>
      </p:sp>
      <p:pic>
        <p:nvPicPr>
          <p:cNvPr id="5" name="Imagem 4" descr="Uma imagem contendo óculos&#10;&#10;O conteúdo gerado por IA pode estar incorreto.">
            <a:extLst>
              <a:ext uri="{FF2B5EF4-FFF2-40B4-BE49-F238E27FC236}">
                <a16:creationId xmlns:a16="http://schemas.microsoft.com/office/drawing/2014/main" id="{C56C1960-665E-2EB7-EDC1-1EBC9CE69C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752" y="40356014"/>
            <a:ext cx="3095947" cy="3115297"/>
          </a:xfrm>
          <a:prstGeom prst="rect">
            <a:avLst/>
          </a:prstGeom>
        </p:spPr>
      </p:pic>
      <p:pic>
        <p:nvPicPr>
          <p:cNvPr id="10" name="Imagem 9" descr="Uma imagem contendo óculos, caneca&#10;&#10;O conteúdo gerado por IA pode estar incorreto.">
            <a:extLst>
              <a:ext uri="{FF2B5EF4-FFF2-40B4-BE49-F238E27FC236}">
                <a16:creationId xmlns:a16="http://schemas.microsoft.com/office/drawing/2014/main" id="{55769E50-5B5D-08C0-E78D-9BA4C95476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01752" y="40382747"/>
            <a:ext cx="3095945" cy="3105591"/>
          </a:xfrm>
          <a:prstGeom prst="rect">
            <a:avLst/>
          </a:prstGeom>
        </p:spPr>
      </p:pic>
      <p:pic>
        <p:nvPicPr>
          <p:cNvPr id="11" name="Imagem 10" descr="Logotipo&#10;&#10;O conteúdo gerado por IA pode estar incorreto.">
            <a:extLst>
              <a:ext uri="{FF2B5EF4-FFF2-40B4-BE49-F238E27FC236}">
                <a16:creationId xmlns:a16="http://schemas.microsoft.com/office/drawing/2014/main" id="{C36539B3-03B4-9E15-C22B-94F5A2E54A4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05013" y="14849820"/>
            <a:ext cx="2651482" cy="1369821"/>
          </a:xfrm>
          <a:prstGeom prst="rect">
            <a:avLst/>
          </a:prstGeom>
        </p:spPr>
      </p:pic>
      <p:pic>
        <p:nvPicPr>
          <p:cNvPr id="12" name="Imagem 11" descr="Logotipo, Ícone&#10;&#10;O conteúdo gerado por IA pode estar incorreto.">
            <a:extLst>
              <a:ext uri="{FF2B5EF4-FFF2-40B4-BE49-F238E27FC236}">
                <a16:creationId xmlns:a16="http://schemas.microsoft.com/office/drawing/2014/main" id="{F265727C-35EA-9DFA-0973-7707DC71EAE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44212" y="12132055"/>
            <a:ext cx="2390002" cy="2390002"/>
          </a:xfrm>
          <a:prstGeom prst="rect">
            <a:avLst/>
          </a:prstGeom>
        </p:spPr>
      </p:pic>
      <p:pic>
        <p:nvPicPr>
          <p:cNvPr id="13" name="Imagem 12" descr="Ícone&#10;&#10;O conteúdo gerado por IA pode estar incorreto.">
            <a:extLst>
              <a:ext uri="{FF2B5EF4-FFF2-40B4-BE49-F238E27FC236}">
                <a16:creationId xmlns:a16="http://schemas.microsoft.com/office/drawing/2014/main" id="{004D8512-6DEA-0B0B-63E3-A7017472BDB0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80907" y="12129459"/>
            <a:ext cx="1678276" cy="2369168"/>
          </a:xfrm>
          <a:prstGeom prst="rect">
            <a:avLst/>
          </a:prstGeom>
        </p:spPr>
      </p:pic>
      <p:pic>
        <p:nvPicPr>
          <p:cNvPr id="14" name="Imagem 13" descr="Ícone&#10;&#10;O conteúdo gerado por IA pode estar incorreto.">
            <a:extLst>
              <a:ext uri="{FF2B5EF4-FFF2-40B4-BE49-F238E27FC236}">
                <a16:creationId xmlns:a16="http://schemas.microsoft.com/office/drawing/2014/main" id="{BE7B6F3C-F476-EDA2-311E-8DA8C3BBBA1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71665" y="15013861"/>
            <a:ext cx="1969985" cy="1969985"/>
          </a:xfrm>
          <a:prstGeom prst="rect">
            <a:avLst/>
          </a:prstGeom>
        </p:spPr>
      </p:pic>
      <p:pic>
        <p:nvPicPr>
          <p:cNvPr id="15" name="Imagem 14" descr="Uma imagem contendo Ícone&#10;&#10;O conteúdo gerado por IA pode estar incorreto.">
            <a:extLst>
              <a:ext uri="{FF2B5EF4-FFF2-40B4-BE49-F238E27FC236}">
                <a16:creationId xmlns:a16="http://schemas.microsoft.com/office/drawing/2014/main" id="{31366770-2457-D40F-603F-BB4428389EC6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64218" y="12612493"/>
            <a:ext cx="2252785" cy="1689588"/>
          </a:xfrm>
          <a:prstGeom prst="rect">
            <a:avLst/>
          </a:prstGeom>
        </p:spPr>
      </p:pic>
      <p:pic>
        <p:nvPicPr>
          <p:cNvPr id="17" name="Imagem 16" descr="Logotipo&#10;&#10;O conteúdo gerado por IA pode estar incorreto.">
            <a:extLst>
              <a:ext uri="{FF2B5EF4-FFF2-40B4-BE49-F238E27FC236}">
                <a16:creationId xmlns:a16="http://schemas.microsoft.com/office/drawing/2014/main" id="{BF4471B5-57EB-4844-928D-DCF9ED7AF6F5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61617" y="15214435"/>
            <a:ext cx="1567253" cy="1567253"/>
          </a:xfrm>
          <a:prstGeom prst="rect">
            <a:avLst/>
          </a:prstGeom>
        </p:spPr>
      </p:pic>
      <p:pic>
        <p:nvPicPr>
          <p:cNvPr id="18" name="Imagem 17" descr="Ícone&#10;&#10;O conteúdo gerado por IA pode estar incorreto.">
            <a:extLst>
              <a:ext uri="{FF2B5EF4-FFF2-40B4-BE49-F238E27FC236}">
                <a16:creationId xmlns:a16="http://schemas.microsoft.com/office/drawing/2014/main" id="{6D783549-32E2-3701-9536-85EC637BA269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9692" y="14982549"/>
            <a:ext cx="2090947" cy="2090947"/>
          </a:xfrm>
          <a:prstGeom prst="rect">
            <a:avLst/>
          </a:prstGeom>
        </p:spPr>
      </p:pic>
      <p:pic>
        <p:nvPicPr>
          <p:cNvPr id="19" name="Imagem 18" descr="Ícone&#10;&#10;O conteúdo gerado por IA pode estar incorreto.">
            <a:extLst>
              <a:ext uri="{FF2B5EF4-FFF2-40B4-BE49-F238E27FC236}">
                <a16:creationId xmlns:a16="http://schemas.microsoft.com/office/drawing/2014/main" id="{1652BFF4-CD39-4D8B-CDB6-2EEBEA3ABE34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36857" y="12573596"/>
            <a:ext cx="1957103" cy="1957103"/>
          </a:xfrm>
          <a:prstGeom prst="rect">
            <a:avLst/>
          </a:prstGeom>
        </p:spPr>
      </p:pic>
      <p:pic>
        <p:nvPicPr>
          <p:cNvPr id="21" name="Gráfico 20">
            <a:extLst>
              <a:ext uri="{FF2B5EF4-FFF2-40B4-BE49-F238E27FC236}">
                <a16:creationId xmlns:a16="http://schemas.microsoft.com/office/drawing/2014/main" id="{F1356FB8-9ED6-A85E-476B-90F186519F5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848209" y="17121106"/>
            <a:ext cx="18636799" cy="7901193"/>
          </a:xfrm>
          <a:prstGeom prst="rect">
            <a:avLst/>
          </a:prstGeom>
        </p:spPr>
      </p:pic>
      <p:pic>
        <p:nvPicPr>
          <p:cNvPr id="49" name="Imagem 48" descr="Tela de celular com fundo preto&#10;&#10;O conteúdo gerado por IA pode estar incorreto.">
            <a:extLst>
              <a:ext uri="{FF2B5EF4-FFF2-40B4-BE49-F238E27FC236}">
                <a16:creationId xmlns:a16="http://schemas.microsoft.com/office/drawing/2014/main" id="{8E417FFA-3A80-0922-B813-237FD58D7D3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0782" y="11726349"/>
            <a:ext cx="4301427" cy="7047018"/>
          </a:xfrm>
          <a:prstGeom prst="rect">
            <a:avLst/>
          </a:prstGeom>
        </p:spPr>
      </p:pic>
      <p:pic>
        <p:nvPicPr>
          <p:cNvPr id="51" name="Imagem 50" descr="Tela de um aparelho celular&#10;&#10;O conteúdo gerado por IA pode estar incorreto.">
            <a:extLst>
              <a:ext uri="{FF2B5EF4-FFF2-40B4-BE49-F238E27FC236}">
                <a16:creationId xmlns:a16="http://schemas.microsoft.com/office/drawing/2014/main" id="{B738E67A-B274-5DF8-B9F3-9D3786D351B5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788" y="11834448"/>
            <a:ext cx="3697396" cy="6699243"/>
          </a:xfrm>
          <a:prstGeom prst="rect">
            <a:avLst/>
          </a:prstGeom>
        </p:spPr>
      </p:pic>
      <p:pic>
        <p:nvPicPr>
          <p:cNvPr id="53" name="Imagem 52" descr="Interface gráfica do usuário, Texto, Aplicativo&#10;&#10;O conteúdo gerado por IA pode estar incorreto.">
            <a:extLst>
              <a:ext uri="{FF2B5EF4-FFF2-40B4-BE49-F238E27FC236}">
                <a16:creationId xmlns:a16="http://schemas.microsoft.com/office/drawing/2014/main" id="{8E652B56-3614-D555-14EB-CF7818249A83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5985" y="26210105"/>
            <a:ext cx="3809152" cy="7042646"/>
          </a:xfrm>
          <a:prstGeom prst="rect">
            <a:avLst/>
          </a:prstGeom>
        </p:spPr>
      </p:pic>
      <p:pic>
        <p:nvPicPr>
          <p:cNvPr id="55" name="Imagem 54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E959B3AA-39C3-5770-B50E-8051B104CAD7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3705" y="18847117"/>
            <a:ext cx="3603020" cy="7132510"/>
          </a:xfrm>
          <a:prstGeom prst="rect">
            <a:avLst/>
          </a:prstGeom>
        </p:spPr>
      </p:pic>
      <p:pic>
        <p:nvPicPr>
          <p:cNvPr id="57" name="Imagem 56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0466FA70-F8D4-3A38-017F-54D92B813AC6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6510" y="26208324"/>
            <a:ext cx="3731699" cy="7157020"/>
          </a:xfrm>
          <a:prstGeom prst="rect">
            <a:avLst/>
          </a:prstGeom>
        </p:spPr>
      </p:pic>
      <p:pic>
        <p:nvPicPr>
          <p:cNvPr id="59" name="Imagem 58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B9591974-087D-8CB2-9488-DC83918AB8EE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8291" y="18782618"/>
            <a:ext cx="3596893" cy="7101872"/>
          </a:xfrm>
          <a:prstGeom prst="rect">
            <a:avLst/>
          </a:prstGeom>
        </p:spPr>
      </p:pic>
      <p:pic>
        <p:nvPicPr>
          <p:cNvPr id="4099" name="Imagem 4098">
            <a:extLst>
              <a:ext uri="{FF2B5EF4-FFF2-40B4-BE49-F238E27FC236}">
                <a16:creationId xmlns:a16="http://schemas.microsoft.com/office/drawing/2014/main" id="{DC769455-D84B-7CDB-9BC7-563FFA1CD8B1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3073293" y="25524105"/>
            <a:ext cx="13981847" cy="7485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194372"/>
      </p:ext>
    </p:extLst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30861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6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30861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6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ca2a57e-8138-4b57-956a-eb6e2c7049cc">
      <Terms xmlns="http://schemas.microsoft.com/office/infopath/2007/PartnerControls"/>
    </lcf76f155ced4ddcb4097134ff3c332f>
    <TaxCatchAll xmlns="1d2798d9-1030-4cc5-be7b-200f9e62865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5364877AF745B4281652B53F43C594A" ma:contentTypeVersion="15" ma:contentTypeDescription="Crie um novo documento." ma:contentTypeScope="" ma:versionID="440a6fbbcbce65e3f8e2bed610644788">
  <xsd:schema xmlns:xsd="http://www.w3.org/2001/XMLSchema" xmlns:xs="http://www.w3.org/2001/XMLSchema" xmlns:p="http://schemas.microsoft.com/office/2006/metadata/properties" xmlns:ns2="1d2798d9-1030-4cc5-be7b-200f9e628651" xmlns:ns3="8ca2a57e-8138-4b57-956a-eb6e2c7049cc" targetNamespace="http://schemas.microsoft.com/office/2006/metadata/properties" ma:root="true" ma:fieldsID="3ff20d9b6411658b7762fa2c08d7e1af" ns2:_="" ns3:_="">
    <xsd:import namespace="1d2798d9-1030-4cc5-be7b-200f9e628651"/>
    <xsd:import namespace="8ca2a57e-8138-4b57-956a-eb6e2c7049c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2798d9-1030-4cc5-be7b-200f9e628651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e2adbafb-c224-4d2e-8ca4-b5c3cc77204d}" ma:internalName="TaxCatchAll" ma:showField="CatchAllData" ma:web="1d2798d9-1030-4cc5-be7b-200f9e62865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a2a57e-8138-4b57-956a-eb6e2c7049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Marcações de imagem" ma:readOnly="false" ma:fieldId="{5cf76f15-5ced-4ddc-b409-7134ff3c332f}" ma:taxonomyMulti="true" ma:sspId="aeda4b81-a95b-4c43-add2-24b94db42d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C580D08-C850-4D98-9BB0-6190D1509D8A}">
  <ds:schemaRefs>
    <ds:schemaRef ds:uri="http://www.w3.org/XML/1998/namespace"/>
    <ds:schemaRef ds:uri="1d2798d9-1030-4cc5-be7b-200f9e628651"/>
    <ds:schemaRef ds:uri="http://purl.org/dc/elements/1.1/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8ca2a57e-8138-4b57-956a-eb6e2c7049cc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20511531-72C6-41EA-909D-35A50B0891E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0583F25-0BD0-426F-9D18-6079E5A027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d2798d9-1030-4cc5-be7b-200f9e628651"/>
    <ds:schemaRef ds:uri="8ca2a57e-8138-4b57-956a-eb6e2c7049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562</TotalTime>
  <Words>428</Words>
  <Application>Microsoft Office PowerPoint</Application>
  <PresentationFormat>Personalizar</PresentationFormat>
  <Paragraphs>25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ＭＳ Ｐゴシック</vt:lpstr>
      <vt:lpstr>Arial</vt:lpstr>
      <vt:lpstr>Calibri</vt:lpstr>
      <vt:lpstr>Design padrão</vt:lpstr>
      <vt:lpstr>Nome do Projeto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Jr</dc:creator>
  <cp:lastModifiedBy>Lucas Soares</cp:lastModifiedBy>
  <cp:revision>50</cp:revision>
  <dcterms:created xsi:type="dcterms:W3CDTF">2006-11-04T15:46:42Z</dcterms:created>
  <dcterms:modified xsi:type="dcterms:W3CDTF">2025-11-02T00:51:48Z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0x01010045364877AF745B4281652B53F43C594A</vt:lpwstr>
  </property>
</Properties>
</file>