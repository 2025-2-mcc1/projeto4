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60" r:id="rId5"/>
  </p:sldIdLst>
  <p:sldSz cx="28800425" cy="43200638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6pPr>
    <a:lvl7pPr marL="3656960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7pPr>
    <a:lvl8pPr marL="4266453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8pPr>
    <a:lvl9pPr marL="487594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7" userDrawn="1">
          <p15:clr>
            <a:srgbClr val="A4A3A4"/>
          </p15:clr>
        </p15:guide>
        <p15:guide id="2" pos="90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00"/>
    <a:srgbClr val="FF0000"/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E732DB-7715-4F50-8BE1-F737EC549486}" v="22" dt="2025-11-11T02:50:42.9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38" y="-830"/>
      </p:cViewPr>
      <p:guideLst>
        <p:guide orient="horz" pos="13607"/>
        <p:guide pos="907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userId="453c7c322571ebb4" providerId="LiveId" clId="{3CECBE41-77DC-4445-80CE-FF98EBCC9559}"/>
    <pc:docChg chg="undo modSld">
      <pc:chgData name="" userId="453c7c322571ebb4" providerId="LiveId" clId="{3CECBE41-77DC-4445-80CE-FF98EBCC9559}" dt="2025-11-05T11:35:40.145" v="4" actId="20577"/>
      <pc:docMkLst>
        <pc:docMk/>
      </pc:docMkLst>
      <pc:sldChg chg="modSp">
        <pc:chgData name="" userId="453c7c322571ebb4" providerId="LiveId" clId="{3CECBE41-77DC-4445-80CE-FF98EBCC9559}" dt="2025-11-05T11:35:40.145" v="4" actId="20577"/>
        <pc:sldMkLst>
          <pc:docMk/>
          <pc:sldMk cId="2544194372" sldId="260"/>
        </pc:sldMkLst>
        <pc:spChg chg="mod">
          <ac:chgData name="" userId="453c7c322571ebb4" providerId="LiveId" clId="{3CECBE41-77DC-4445-80CE-FF98EBCC9559}" dt="2025-11-05T11:33:14.249" v="1" actId="20577"/>
          <ac:spMkLst>
            <pc:docMk/>
            <pc:sldMk cId="2544194372" sldId="260"/>
            <ac:spMk id="8" creationId="{AE19C662-D68A-6035-2E4C-978100FAE83F}"/>
          </ac:spMkLst>
        </pc:spChg>
        <pc:spChg chg="mod">
          <ac:chgData name="" userId="453c7c322571ebb4" providerId="LiveId" clId="{3CECBE41-77DC-4445-80CE-FF98EBCC9559}" dt="2025-11-05T11:35:40.145" v="4" actId="20577"/>
          <ac:spMkLst>
            <pc:docMk/>
            <pc:sldMk cId="2544194372" sldId="260"/>
            <ac:spMk id="4102" creationId="{00000000-0000-0000-0000-000000000000}"/>
          </ac:spMkLst>
        </pc:spChg>
      </pc:sldChg>
    </pc:docChg>
  </pc:docChgLst>
  <pc:docChgLst>
    <pc:chgData name="Usuário Convidado" providerId="Windows Live" clId="Web-{D981EDD5-25E4-945C-E469-F7FB2BD101ED}"/>
    <pc:docChg chg="modSld">
      <pc:chgData name="Usuário Convidado" userId="" providerId="Windows Live" clId="Web-{D981EDD5-25E4-945C-E469-F7FB2BD101ED}" dt="2025-11-03T21:12:05.587" v="715" actId="20577"/>
      <pc:docMkLst>
        <pc:docMk/>
      </pc:docMkLst>
      <pc:sldChg chg="modSp">
        <pc:chgData name="Usuário Convidado" userId="" providerId="Windows Live" clId="Web-{D981EDD5-25E4-945C-E469-F7FB2BD101ED}" dt="2025-11-03T21:12:05.587" v="715" actId="20577"/>
        <pc:sldMkLst>
          <pc:docMk/>
          <pc:sldMk cId="2544194372" sldId="260"/>
        </pc:sldMkLst>
        <pc:spChg chg="mod">
          <ac:chgData name="Usuário Convidado" userId="" providerId="Windows Live" clId="Web-{D981EDD5-25E4-945C-E469-F7FB2BD101ED}" dt="2025-11-03T21:12:05.587" v="715" actId="20577"/>
          <ac:spMkLst>
            <pc:docMk/>
            <pc:sldMk cId="2544194372" sldId="260"/>
            <ac:spMk id="4" creationId="{6D4C09D9-51BE-953B-669D-23F72BD2F12D}"/>
          </ac:spMkLst>
        </pc:spChg>
        <pc:spChg chg="mod">
          <ac:chgData name="Usuário Convidado" userId="" providerId="Windows Live" clId="Web-{D981EDD5-25E4-945C-E469-F7FB2BD101ED}" dt="2025-11-03T21:04:24.565" v="711" actId="20577"/>
          <ac:spMkLst>
            <pc:docMk/>
            <pc:sldMk cId="2544194372" sldId="260"/>
            <ac:spMk id="4102" creationId="{00000000-0000-0000-0000-000000000000}"/>
          </ac:spMkLst>
        </pc:spChg>
        <pc:picChg chg="mod">
          <ac:chgData name="Usuário Convidado" userId="" providerId="Windows Live" clId="Web-{D981EDD5-25E4-945C-E469-F7FB2BD101ED}" dt="2025-11-03T21:03:30.454" v="704" actId="1076"/>
          <ac:picMkLst>
            <pc:docMk/>
            <pc:sldMk cId="2544194372" sldId="260"/>
            <ac:picMk id="6" creationId="{F65B9183-D015-4EDA-BC8C-5077C4505C15}"/>
          </ac:picMkLst>
        </pc:picChg>
      </pc:sldChg>
    </pc:docChg>
  </pc:docChgLst>
  <pc:docChgLst>
    <pc:chgData name="Usuário Convidado" providerId="Windows Live" clId="Web-{A8D0FC55-E357-5BF0-1A99-9EE7B3D640E0}"/>
    <pc:docChg chg="modSld">
      <pc:chgData name="Usuário Convidado" userId="" providerId="Windows Live" clId="Web-{A8D0FC55-E357-5BF0-1A99-9EE7B3D640E0}" dt="2025-11-02T01:45:56.608" v="342" actId="20577"/>
      <pc:docMkLst>
        <pc:docMk/>
      </pc:docMkLst>
      <pc:sldChg chg="modSp">
        <pc:chgData name="Usuário Convidado" userId="" providerId="Windows Live" clId="Web-{A8D0FC55-E357-5BF0-1A99-9EE7B3D640E0}" dt="2025-11-02T01:45:56.608" v="342" actId="20577"/>
        <pc:sldMkLst>
          <pc:docMk/>
          <pc:sldMk cId="2544194372" sldId="260"/>
        </pc:sldMkLst>
        <pc:spChg chg="mod">
          <ac:chgData name="Usuário Convidado" userId="" providerId="Windows Live" clId="Web-{A8D0FC55-E357-5BF0-1A99-9EE7B3D640E0}" dt="2025-11-02T01:45:56.608" v="342" actId="20577"/>
          <ac:spMkLst>
            <pc:docMk/>
            <pc:sldMk cId="2544194372" sldId="260"/>
            <ac:spMk id="4102" creationId="{00000000-0000-0000-0000-000000000000}"/>
          </ac:spMkLst>
        </pc:spChg>
      </pc:sldChg>
    </pc:docChg>
  </pc:docChgLst>
  <pc:docChgLst>
    <pc:chgData name="Usuário Convidado" providerId="Windows Live" clId="Web-{E2E481CD-422B-9E70-166A-48FA065F474F}"/>
    <pc:docChg chg="modSld">
      <pc:chgData name="Usuário Convidado" userId="" providerId="Windows Live" clId="Web-{E2E481CD-422B-9E70-166A-48FA065F474F}" dt="2025-11-03T21:43:13.605" v="41" actId="1076"/>
      <pc:docMkLst>
        <pc:docMk/>
      </pc:docMkLst>
      <pc:sldChg chg="modSp">
        <pc:chgData name="Usuário Convidado" userId="" providerId="Windows Live" clId="Web-{E2E481CD-422B-9E70-166A-48FA065F474F}" dt="2025-11-03T21:43:13.605" v="41" actId="1076"/>
        <pc:sldMkLst>
          <pc:docMk/>
          <pc:sldMk cId="2544194372" sldId="260"/>
        </pc:sldMkLst>
        <pc:spChg chg="mod">
          <ac:chgData name="Usuário Convidado" userId="" providerId="Windows Live" clId="Web-{E2E481CD-422B-9E70-166A-48FA065F474F}" dt="2025-11-03T21:37:37.241" v="40" actId="20577"/>
          <ac:spMkLst>
            <pc:docMk/>
            <pc:sldMk cId="2544194372" sldId="260"/>
            <ac:spMk id="4" creationId="{6D4C09D9-51BE-953B-669D-23F72BD2F12D}"/>
          </ac:spMkLst>
        </pc:spChg>
        <pc:spChg chg="mod">
          <ac:chgData name="Usuário Convidado" userId="" providerId="Windows Live" clId="Web-{E2E481CD-422B-9E70-166A-48FA065F474F}" dt="2025-11-03T21:43:13.605" v="41" actId="1076"/>
          <ac:spMkLst>
            <pc:docMk/>
            <pc:sldMk cId="2544194372" sldId="260"/>
            <ac:spMk id="29" creationId="{22108886-71AE-7425-406A-CC03C41D865B}"/>
          </ac:spMkLst>
        </pc:spChg>
        <pc:picChg chg="mod">
          <ac:chgData name="Usuário Convidado" userId="" providerId="Windows Live" clId="Web-{E2E481CD-422B-9E70-166A-48FA065F474F}" dt="2025-11-03T21:10:35.539" v="0" actId="1076"/>
          <ac:picMkLst>
            <pc:docMk/>
            <pc:sldMk cId="2544194372" sldId="260"/>
            <ac:picMk id="6" creationId="{F65B9183-D015-4EDA-BC8C-5077C4505C15}"/>
          </ac:picMkLst>
        </pc:picChg>
      </pc:sldChg>
    </pc:docChg>
  </pc:docChgLst>
  <pc:docChgLst>
    <pc:chgData name="Lucas Soares" userId="453c7c322571ebb4" providerId="LiveId" clId="{7F81D69D-7A6A-4FB4-9E82-C5DEEF5599CB}"/>
    <pc:docChg chg="undo custSel modSld">
      <pc:chgData name="Lucas Soares" userId="453c7c322571ebb4" providerId="LiveId" clId="{7F81D69D-7A6A-4FB4-9E82-C5DEEF5599CB}" dt="2025-11-11T02:52:22.277" v="845" actId="20577"/>
      <pc:docMkLst>
        <pc:docMk/>
      </pc:docMkLst>
      <pc:sldChg chg="addSp delSp modSp mod">
        <pc:chgData name="Lucas Soares" userId="453c7c322571ebb4" providerId="LiveId" clId="{7F81D69D-7A6A-4FB4-9E82-C5DEEF5599CB}" dt="2025-11-11T02:52:22.277" v="845" actId="20577"/>
        <pc:sldMkLst>
          <pc:docMk/>
          <pc:sldMk cId="2544194372" sldId="260"/>
        </pc:sldMkLst>
        <pc:spChg chg="mod">
          <ac:chgData name="Lucas Soares" userId="453c7c322571ebb4" providerId="LiveId" clId="{7F81D69D-7A6A-4FB4-9E82-C5DEEF5599CB}" dt="2025-11-03T21:28:53.842" v="294"/>
          <ac:spMkLst>
            <pc:docMk/>
            <pc:sldMk cId="2544194372" sldId="260"/>
            <ac:spMk id="2" creationId="{A584AD84-C68C-68B6-E7C1-1D0E2FA735DD}"/>
          </ac:spMkLst>
        </pc:spChg>
        <pc:spChg chg="mod">
          <ac:chgData name="Lucas Soares" userId="453c7c322571ebb4" providerId="LiveId" clId="{7F81D69D-7A6A-4FB4-9E82-C5DEEF5599CB}" dt="2025-11-03T21:40:40.298" v="323" actId="20577"/>
          <ac:spMkLst>
            <pc:docMk/>
            <pc:sldMk cId="2544194372" sldId="260"/>
            <ac:spMk id="4" creationId="{6D4C09D9-51BE-953B-669D-23F72BD2F12D}"/>
          </ac:spMkLst>
        </pc:spChg>
        <pc:spChg chg="mod">
          <ac:chgData name="Lucas Soares" userId="453c7c322571ebb4" providerId="LiveId" clId="{7F81D69D-7A6A-4FB4-9E82-C5DEEF5599CB}" dt="2025-11-03T22:11:51.413" v="671" actId="255"/>
          <ac:spMkLst>
            <pc:docMk/>
            <pc:sldMk cId="2544194372" sldId="260"/>
            <ac:spMk id="7" creationId="{C1758913-C53F-99C8-A545-3D8DE7E0ED34}"/>
          </ac:spMkLst>
        </pc:spChg>
        <pc:spChg chg="mod">
          <ac:chgData name="Lucas Soares" userId="453c7c322571ebb4" providerId="LiveId" clId="{7F81D69D-7A6A-4FB4-9E82-C5DEEF5599CB}" dt="2025-11-03T21:41:12.849" v="324" actId="113"/>
          <ac:spMkLst>
            <pc:docMk/>
            <pc:sldMk cId="2544194372" sldId="260"/>
            <ac:spMk id="8" creationId="{AE19C662-D68A-6035-2E4C-978100FAE83F}"/>
          </ac:spMkLst>
        </pc:spChg>
        <pc:spChg chg="mod">
          <ac:chgData name="Lucas Soares" userId="453c7c322571ebb4" providerId="LiveId" clId="{7F81D69D-7A6A-4FB4-9E82-C5DEEF5599CB}" dt="2025-11-03T21:21:08.442" v="269" actId="20577"/>
          <ac:spMkLst>
            <pc:docMk/>
            <pc:sldMk cId="2544194372" sldId="260"/>
            <ac:spMk id="4100" creationId="{00000000-0000-0000-0000-000000000000}"/>
          </ac:spMkLst>
        </pc:spChg>
        <pc:spChg chg="mod">
          <ac:chgData name="Lucas Soares" userId="453c7c322571ebb4" providerId="LiveId" clId="{7F81D69D-7A6A-4FB4-9E82-C5DEEF5599CB}" dt="2025-11-11T02:52:22.277" v="845" actId="20577"/>
          <ac:spMkLst>
            <pc:docMk/>
            <pc:sldMk cId="2544194372" sldId="260"/>
            <ac:spMk id="4102" creationId="{00000000-0000-0000-0000-000000000000}"/>
          </ac:spMkLst>
        </pc:spChg>
        <pc:spChg chg="mod">
          <ac:chgData name="Lucas Soares" userId="453c7c322571ebb4" providerId="LiveId" clId="{7F81D69D-7A6A-4FB4-9E82-C5DEEF5599CB}" dt="2025-11-03T21:19:52.619" v="108" actId="20577"/>
          <ac:spMkLst>
            <pc:docMk/>
            <pc:sldMk cId="2544194372" sldId="260"/>
            <ac:spMk id="4108" creationId="{00000000-0000-0000-0000-000000000000}"/>
          </ac:spMkLst>
        </pc:spChg>
        <pc:spChg chg="mod">
          <ac:chgData name="Lucas Soares" userId="453c7c322571ebb4" providerId="LiveId" clId="{7F81D69D-7A6A-4FB4-9E82-C5DEEF5599CB}" dt="2025-11-03T21:16:23.114" v="95" actId="20577"/>
          <ac:spMkLst>
            <pc:docMk/>
            <pc:sldMk cId="2544194372" sldId="260"/>
            <ac:spMk id="4109" creationId="{00000000-0000-0000-0000-000000000000}"/>
          </ac:spMkLst>
        </pc:spChg>
        <pc:picChg chg="mod">
          <ac:chgData name="Lucas Soares" userId="453c7c322571ebb4" providerId="LiveId" clId="{7F81D69D-7A6A-4FB4-9E82-C5DEEF5599CB}" dt="2025-11-11T02:51:11.453" v="749" actId="14100"/>
          <ac:picMkLst>
            <pc:docMk/>
            <pc:sldMk cId="2544194372" sldId="260"/>
            <ac:picMk id="6" creationId="{F65B9183-D015-4EDA-BC8C-5077C4505C15}"/>
          </ac:picMkLst>
        </pc:picChg>
        <pc:picChg chg="add del mod">
          <ac:chgData name="Lucas Soares" userId="453c7c322571ebb4" providerId="LiveId" clId="{7F81D69D-7A6A-4FB4-9E82-C5DEEF5599CB}" dt="2025-11-11T02:46:11.406" v="674" actId="478"/>
          <ac:picMkLst>
            <pc:docMk/>
            <pc:sldMk cId="2544194372" sldId="260"/>
            <ac:picMk id="9" creationId="{F1543FA9-6E62-67D8-E12E-B5383E6B83F2}"/>
          </ac:picMkLst>
        </pc:picChg>
        <pc:picChg chg="add mod">
          <ac:chgData name="Lucas Soares" userId="453c7c322571ebb4" providerId="LiveId" clId="{7F81D69D-7A6A-4FB4-9E82-C5DEEF5599CB}" dt="2025-11-11T02:50:21.267" v="734" actId="14100"/>
          <ac:picMkLst>
            <pc:docMk/>
            <pc:sldMk cId="2544194372" sldId="260"/>
            <ac:picMk id="11" creationId="{42B47355-BDDE-E62B-B1D6-B4EB5ABEDA27}"/>
          </ac:picMkLst>
        </pc:picChg>
        <pc:picChg chg="add mod">
          <ac:chgData name="Lucas Soares" userId="453c7c322571ebb4" providerId="LiveId" clId="{7F81D69D-7A6A-4FB4-9E82-C5DEEF5599CB}" dt="2025-11-11T02:50:24.321" v="735" actId="14100"/>
          <ac:picMkLst>
            <pc:docMk/>
            <pc:sldMk cId="2544194372" sldId="260"/>
            <ac:picMk id="13" creationId="{8F6C0147-D301-9B4B-8FEC-636E78A91CBF}"/>
          </ac:picMkLst>
        </pc:picChg>
        <pc:picChg chg="add mod">
          <ac:chgData name="Lucas Soares" userId="453c7c322571ebb4" providerId="LiveId" clId="{7F81D69D-7A6A-4FB4-9E82-C5DEEF5599CB}" dt="2025-11-11T02:49:43.110" v="721" actId="1076"/>
          <ac:picMkLst>
            <pc:docMk/>
            <pc:sldMk cId="2544194372" sldId="260"/>
            <ac:picMk id="15" creationId="{69C1FD86-4A11-569B-CB17-6B2622A34AD0}"/>
          </ac:picMkLst>
        </pc:picChg>
        <pc:picChg chg="add del mod">
          <ac:chgData name="Lucas Soares" userId="453c7c322571ebb4" providerId="LiveId" clId="{7F81D69D-7A6A-4FB4-9E82-C5DEEF5599CB}" dt="2025-11-11T02:46:27.569" v="684" actId="478"/>
          <ac:picMkLst>
            <pc:docMk/>
            <pc:sldMk cId="2544194372" sldId="260"/>
            <ac:picMk id="23" creationId="{9CF7B4B0-A943-82E5-3059-4EDEBF8354A9}"/>
          </ac:picMkLst>
        </pc:picChg>
        <pc:picChg chg="add del mod">
          <ac:chgData name="Lucas Soares" userId="453c7c322571ebb4" providerId="LiveId" clId="{7F81D69D-7A6A-4FB4-9E82-C5DEEF5599CB}" dt="2025-11-11T02:43:16.531" v="673" actId="478"/>
          <ac:picMkLst>
            <pc:docMk/>
            <pc:sldMk cId="2544194372" sldId="260"/>
            <ac:picMk id="25" creationId="{E575F499-3144-37E2-E777-8598F07F3834}"/>
          </ac:picMkLst>
        </pc:picChg>
        <pc:picChg chg="add del mod">
          <ac:chgData name="Lucas Soares" userId="453c7c322571ebb4" providerId="LiveId" clId="{7F81D69D-7A6A-4FB4-9E82-C5DEEF5599CB}" dt="2025-11-11T02:43:16.531" v="673" actId="478"/>
          <ac:picMkLst>
            <pc:docMk/>
            <pc:sldMk cId="2544194372" sldId="260"/>
            <ac:picMk id="27" creationId="{7D538387-F4D6-2389-5AC9-EC496250AC99}"/>
          </ac:picMkLst>
        </pc:picChg>
        <pc:picChg chg="add del mod">
          <ac:chgData name="Lucas Soares" userId="453c7c322571ebb4" providerId="LiveId" clId="{7F81D69D-7A6A-4FB4-9E82-C5DEEF5599CB}" dt="2025-11-11T02:43:16.531" v="673" actId="478"/>
          <ac:picMkLst>
            <pc:docMk/>
            <pc:sldMk cId="2544194372" sldId="260"/>
            <ac:picMk id="30" creationId="{311A15C1-6E35-0B1D-C1B7-3D95C410CD01}"/>
          </ac:picMkLst>
        </pc:picChg>
        <pc:picChg chg="add del mod">
          <ac:chgData name="Lucas Soares" userId="453c7c322571ebb4" providerId="LiveId" clId="{7F81D69D-7A6A-4FB4-9E82-C5DEEF5599CB}" dt="2025-11-11T02:43:16.531" v="673" actId="478"/>
          <ac:picMkLst>
            <pc:docMk/>
            <pc:sldMk cId="2544194372" sldId="260"/>
            <ac:picMk id="32" creationId="{908D2F93-4F37-6EF6-A2C4-C3A7F92FD16D}"/>
          </ac:picMkLst>
        </pc:picChg>
        <pc:picChg chg="add del mod">
          <ac:chgData name="Lucas Soares" userId="453c7c322571ebb4" providerId="LiveId" clId="{7F81D69D-7A6A-4FB4-9E82-C5DEEF5599CB}" dt="2025-11-11T02:43:16.531" v="673" actId="478"/>
          <ac:picMkLst>
            <pc:docMk/>
            <pc:sldMk cId="2544194372" sldId="260"/>
            <ac:picMk id="34" creationId="{5DD98063-22FA-E0EC-D641-07BC52C3B704}"/>
          </ac:picMkLst>
        </pc:picChg>
        <pc:picChg chg="add del mod">
          <ac:chgData name="Lucas Soares" userId="453c7c322571ebb4" providerId="LiveId" clId="{7F81D69D-7A6A-4FB4-9E82-C5DEEF5599CB}" dt="2025-11-11T02:43:16.531" v="673" actId="478"/>
          <ac:picMkLst>
            <pc:docMk/>
            <pc:sldMk cId="2544194372" sldId="260"/>
            <ac:picMk id="36" creationId="{600E9419-671D-F7D2-BEA0-919263C0B3E9}"/>
          </ac:picMkLst>
        </pc:picChg>
        <pc:picChg chg="add mod">
          <ac:chgData name="Lucas Soares" userId="453c7c322571ebb4" providerId="LiveId" clId="{7F81D69D-7A6A-4FB4-9E82-C5DEEF5599CB}" dt="2025-11-11T02:50:42.964" v="745" actId="1076"/>
          <ac:picMkLst>
            <pc:docMk/>
            <pc:sldMk cId="2544194372" sldId="260"/>
            <ac:picMk id="1026" creationId="{B7A12000-B85C-A442-EADB-D2A4D111A873}"/>
          </ac:picMkLst>
        </pc:picChg>
        <pc:picChg chg="add mod">
          <ac:chgData name="Lucas Soares" userId="453c7c322571ebb4" providerId="LiveId" clId="{7F81D69D-7A6A-4FB4-9E82-C5DEEF5599CB}" dt="2025-11-11T02:50:39.492" v="743" actId="1076"/>
          <ac:picMkLst>
            <pc:docMk/>
            <pc:sldMk cId="2544194372" sldId="260"/>
            <ac:picMk id="1028" creationId="{4D6155B9-B8AE-476C-69CC-65AC7C616265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62137F34-5DDC-4C31-BA02-2277B1A4CE6D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31608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685800"/>
            <a:ext cx="228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937B61E2-BDFA-4896-B4A2-5CC42FC61C0E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853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34" charset="-128"/>
            </a:endParaRPr>
          </a:p>
        </p:txBody>
      </p:sp>
      <p:sp>
        <p:nvSpPr>
          <p:cNvPr id="51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35EDA-CF5D-4260-93D3-A3EA22A42075}" type="slidenum">
              <a:rPr lang="pt-BR">
                <a:latin typeface="Calibri" pitchFamily="34" charset="0"/>
                <a:ea typeface="ＭＳ Ｐゴシック" pitchFamily="34" charset="-128"/>
              </a:rPr>
              <a:pPr/>
              <a:t>1</a:t>
            </a:fld>
            <a:endParaRPr lang="pt-BR">
              <a:latin typeface="Calibri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1852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160880" y="13420305"/>
            <a:ext cx="24478668" cy="925939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319642" y="24480786"/>
            <a:ext cx="20161144" cy="11039316"/>
          </a:xfrm>
        </p:spPr>
        <p:txBody>
          <a:bodyPr/>
          <a:lstStyle>
            <a:lvl1pPr marL="0" indent="0" algn="ctr">
              <a:buNone/>
              <a:defRPr/>
            </a:lvl1pPr>
            <a:lvl2pPr marL="609539" indent="0" algn="ctr">
              <a:buNone/>
              <a:defRPr/>
            </a:lvl2pPr>
            <a:lvl3pPr marL="1219078" indent="0" algn="ctr">
              <a:buNone/>
              <a:defRPr/>
            </a:lvl3pPr>
            <a:lvl4pPr marL="1828617" indent="0" algn="ctr">
              <a:buNone/>
              <a:defRPr/>
            </a:lvl4pPr>
            <a:lvl5pPr marL="2438156" indent="0" algn="ctr">
              <a:buNone/>
              <a:defRPr/>
            </a:lvl5pPr>
            <a:lvl6pPr marL="3047695" indent="0" algn="ctr">
              <a:buNone/>
              <a:defRPr/>
            </a:lvl6pPr>
            <a:lvl7pPr marL="3657234" indent="0" algn="ctr">
              <a:buNone/>
              <a:defRPr/>
            </a:lvl7pPr>
            <a:lvl8pPr marL="4266773" indent="0" algn="ctr">
              <a:buNone/>
              <a:defRPr/>
            </a:lvl8pPr>
            <a:lvl9pPr marL="4876312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650F0-8AAD-48EF-B3D3-2345F45EF8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DC96D8B-5E5D-4756-AFBB-3EBE1D3ED4DA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75166" y="27761258"/>
            <a:ext cx="24480784" cy="8580021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275166" y="18309267"/>
            <a:ext cx="24480784" cy="9451991"/>
          </a:xfrm>
        </p:spPr>
        <p:txBody>
          <a:bodyPr anchor="b"/>
          <a:lstStyle>
            <a:lvl1pPr marL="0" indent="0">
              <a:buNone/>
              <a:defRPr sz="2666"/>
            </a:lvl1pPr>
            <a:lvl2pPr marL="609539" indent="0">
              <a:buNone/>
              <a:defRPr sz="2400"/>
            </a:lvl2pPr>
            <a:lvl3pPr marL="1219078" indent="0">
              <a:buNone/>
              <a:defRPr sz="2133"/>
            </a:lvl3pPr>
            <a:lvl4pPr marL="1828617" indent="0">
              <a:buNone/>
              <a:defRPr sz="1866"/>
            </a:lvl4pPr>
            <a:lvl5pPr marL="2438156" indent="0">
              <a:buNone/>
              <a:defRPr sz="1866"/>
            </a:lvl5pPr>
            <a:lvl6pPr marL="3047695" indent="0">
              <a:buNone/>
              <a:defRPr sz="1866"/>
            </a:lvl6pPr>
            <a:lvl7pPr marL="3657234" indent="0">
              <a:buNone/>
              <a:defRPr sz="1866"/>
            </a:lvl7pPr>
            <a:lvl8pPr marL="4266773" indent="0">
              <a:buNone/>
              <a:defRPr sz="1866"/>
            </a:lvl8pPr>
            <a:lvl9pPr marL="4876312" indent="0">
              <a:buNone/>
              <a:defRPr sz="1866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877B64-938F-41A7-B468-783CF163B3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1439175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501801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F3C380-F25C-4E70-B099-B699EC5ADAC9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439175" y="9669985"/>
            <a:ext cx="12726114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39175" y="13699675"/>
            <a:ext cx="12726114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14630904" y="9669985"/>
            <a:ext cx="12730346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14630904" y="13699675"/>
            <a:ext cx="12730346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11D1C0-6B5C-4B42-9BF5-9656ED25A1D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03E92E-70CD-434A-A365-47B3624C9D13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EBB076-EF90-42B2-B80B-DD7B17B5D86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39175" y="1720661"/>
            <a:ext cx="9475273" cy="7318627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259425" y="1720662"/>
            <a:ext cx="16101825" cy="36870385"/>
          </a:xfrm>
        </p:spPr>
        <p:txBody>
          <a:bodyPr/>
          <a:lstStyle>
            <a:lvl1pPr>
              <a:defRPr sz="4266"/>
            </a:lvl1pPr>
            <a:lvl2pPr>
              <a:defRPr sz="3733"/>
            </a:lvl2pPr>
            <a:lvl3pPr>
              <a:defRPr sz="3200"/>
            </a:lvl3pPr>
            <a:lvl4pPr>
              <a:defRPr sz="2666"/>
            </a:lvl4pPr>
            <a:lvl5pPr>
              <a:defRPr sz="2666"/>
            </a:lvl5pPr>
            <a:lvl6pPr>
              <a:defRPr sz="2666"/>
            </a:lvl6pPr>
            <a:lvl7pPr>
              <a:defRPr sz="2666"/>
            </a:lvl7pPr>
            <a:lvl8pPr>
              <a:defRPr sz="2666"/>
            </a:lvl8pPr>
            <a:lvl9pPr>
              <a:defRPr sz="2666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439175" y="9039287"/>
            <a:ext cx="9475273" cy="29551759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FA4729-5D1D-4D38-A25F-215095997037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644529" y="30239601"/>
            <a:ext cx="17280678" cy="3570424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644529" y="3860375"/>
            <a:ext cx="17280678" cy="25919960"/>
          </a:xfrm>
        </p:spPr>
        <p:txBody>
          <a:bodyPr/>
          <a:lstStyle>
            <a:lvl1pPr marL="0" indent="0">
              <a:buNone/>
              <a:defRPr sz="4266"/>
            </a:lvl1pPr>
            <a:lvl2pPr marL="609539" indent="0">
              <a:buNone/>
              <a:defRPr sz="3733"/>
            </a:lvl2pPr>
            <a:lvl3pPr marL="1219078" indent="0">
              <a:buNone/>
              <a:defRPr sz="3200"/>
            </a:lvl3pPr>
            <a:lvl4pPr marL="1828617" indent="0">
              <a:buNone/>
              <a:defRPr sz="2666"/>
            </a:lvl4pPr>
            <a:lvl5pPr marL="2438156" indent="0">
              <a:buNone/>
              <a:defRPr sz="2666"/>
            </a:lvl5pPr>
            <a:lvl6pPr marL="3047695" indent="0">
              <a:buNone/>
              <a:defRPr sz="2666"/>
            </a:lvl6pPr>
            <a:lvl7pPr marL="3657234" indent="0">
              <a:buNone/>
              <a:defRPr sz="2666"/>
            </a:lvl7pPr>
            <a:lvl8pPr marL="4266773" indent="0">
              <a:buNone/>
              <a:defRPr sz="2666"/>
            </a:lvl8pPr>
            <a:lvl9pPr marL="4876312" indent="0">
              <a:buNone/>
              <a:defRPr sz="2666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5644529" y="33810024"/>
            <a:ext cx="17280678" cy="5070974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B7DF24-3BB9-4DC6-A067-2A7C35CBC9DF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9B3DDCC-A5AA-4FD1-B372-9424E989D2BC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20880732" y="1729128"/>
            <a:ext cx="6480519" cy="36861919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1439175" y="1729128"/>
            <a:ext cx="19238379" cy="36861919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6A33422-2CED-4084-A0A2-878BA7696C0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439175" y="1729128"/>
            <a:ext cx="25922076" cy="7200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439175" y="10080573"/>
            <a:ext cx="25922076" cy="28510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439175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9839300" y="39340264"/>
            <a:ext cx="9121828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0639458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6266"/>
            </a:lvl1pPr>
          </a:lstStyle>
          <a:p>
            <a:fld id="{9D20D27F-DE98-4825-9B81-BD19507AA243}" type="slidenum">
              <a:rPr lang="pt-BR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+mj-lt"/>
          <a:ea typeface="+mj-ea"/>
          <a:cs typeface="+mj-cs"/>
        </a:defRPr>
      </a:lvl1pPr>
      <a:lvl2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2pPr>
      <a:lvl3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3pPr>
      <a:lvl4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4pPr>
      <a:lvl5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5pPr>
      <a:lvl6pPr marL="609539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6pPr>
      <a:lvl7pPr marL="1219078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7pPr>
      <a:lvl8pPr marL="1828617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8pPr>
      <a:lvl9pPr marL="2438156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9pPr>
    </p:titleStyle>
    <p:bodyStyle>
      <a:lvl1pPr marL="1542896" indent="-1542896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4399">
          <a:solidFill>
            <a:schemeClr val="tx1"/>
          </a:solidFill>
          <a:latin typeface="+mn-lt"/>
          <a:ea typeface="+mn-ea"/>
          <a:cs typeface="+mn-cs"/>
        </a:defRPr>
      </a:lvl1pPr>
      <a:lvl2pPr marL="3343999" indent="-1286805" algn="l" defTabSz="4114389" rtl="0" eaLnBrk="0" fontAlgn="base" hangingPunct="0">
        <a:spcBef>
          <a:spcPct val="20000"/>
        </a:spcBef>
        <a:spcAft>
          <a:spcPct val="0"/>
        </a:spcAft>
        <a:buChar char="–"/>
        <a:defRPr sz="12665">
          <a:solidFill>
            <a:schemeClr val="tx1"/>
          </a:solidFill>
          <a:latin typeface="+mn-lt"/>
        </a:defRPr>
      </a:lvl2pPr>
      <a:lvl3pPr marL="5142986" indent="-1028597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0799">
          <a:solidFill>
            <a:schemeClr val="tx1"/>
          </a:solidFill>
          <a:latin typeface="+mn-lt"/>
        </a:defRPr>
      </a:lvl3pPr>
      <a:lvl4pPr marL="7200180" indent="-1028597" algn="l" defTabSz="4114389" rtl="0" eaLnBrk="0" fontAlgn="base" hangingPunct="0">
        <a:spcBef>
          <a:spcPct val="20000"/>
        </a:spcBef>
        <a:spcAft>
          <a:spcPct val="0"/>
        </a:spcAft>
        <a:buChar char="–"/>
        <a:defRPr sz="9066">
          <a:solidFill>
            <a:schemeClr val="tx1"/>
          </a:solidFill>
          <a:latin typeface="+mn-lt"/>
        </a:defRPr>
      </a:lvl4pPr>
      <a:lvl5pPr marL="9257374" indent="-1028597" algn="l" defTabSz="4114389" rtl="0" eaLnBrk="0" fontAlgn="base" hangingPunct="0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5pPr>
      <a:lvl6pPr marL="9866913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6pPr>
      <a:lvl7pPr marL="10476452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7pPr>
      <a:lvl8pPr marL="11085991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8pPr>
      <a:lvl9pPr marL="11695530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jp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F65B9183-D015-4EDA-BC8C-5077C4505C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253" y="0"/>
            <a:ext cx="28824418" cy="43200638"/>
          </a:xfrm>
          <a:prstGeom prst="rect">
            <a:avLst/>
          </a:prstGeom>
        </p:spPr>
      </p:pic>
      <p:sp>
        <p:nvSpPr>
          <p:cNvPr id="4100" name="Rectangle 6"/>
          <p:cNvSpPr>
            <a:spLocks noChangeArrowheads="1"/>
          </p:cNvSpPr>
          <p:nvPr/>
        </p:nvSpPr>
        <p:spPr bwMode="auto">
          <a:xfrm>
            <a:off x="-36734" y="2703684"/>
            <a:ext cx="28800425" cy="6667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algn="ctr" eaLnBrk="1" hangingPunct="1"/>
            <a:r>
              <a:rPr lang="pt-BR" sz="3733" b="1">
                <a:ea typeface="ＭＳ Ｐゴシック" pitchFamily="34" charset="-128"/>
                <a:cs typeface="Times New Roman" pitchFamily="18" charset="0"/>
              </a:rPr>
              <a:t> </a:t>
            </a:r>
            <a:r>
              <a:rPr lang="pt-BR" sz="3733" b="1" err="1">
                <a:ea typeface="ＭＳ Ｐゴシック" pitchFamily="34" charset="-128"/>
                <a:cs typeface="Times New Roman" pitchFamily="18" charset="0"/>
              </a:rPr>
              <a:t>Emilly</a:t>
            </a:r>
            <a:r>
              <a:rPr lang="pt-BR" sz="3733" b="1">
                <a:ea typeface="ＭＳ Ｐゴシック" pitchFamily="34" charset="-128"/>
                <a:cs typeface="Times New Roman" pitchFamily="18" charset="0"/>
              </a:rPr>
              <a:t> Oliveira dos Santos; Guilherme </a:t>
            </a:r>
            <a:r>
              <a:rPr lang="pt-BR" sz="3733" b="1" err="1">
                <a:ea typeface="ＭＳ Ｐゴシック" pitchFamily="34" charset="-128"/>
                <a:cs typeface="Times New Roman" pitchFamily="18" charset="0"/>
              </a:rPr>
              <a:t>Belcastro</a:t>
            </a:r>
            <a:r>
              <a:rPr lang="pt-BR" sz="3733" b="1">
                <a:ea typeface="ＭＳ Ｐゴシック" pitchFamily="34" charset="-128"/>
                <a:cs typeface="Times New Roman" pitchFamily="18" charset="0"/>
              </a:rPr>
              <a:t> Medeiros; Kaike Cavalcante Santos; Lucas de Freitas Soares</a:t>
            </a:r>
          </a:p>
        </p:txBody>
      </p:sp>
      <p:sp>
        <p:nvSpPr>
          <p:cNvPr id="4102" name="TextBox 8"/>
          <p:cNvSpPr txBox="1">
            <a:spLocks noChangeArrowheads="1"/>
          </p:cNvSpPr>
          <p:nvPr/>
        </p:nvSpPr>
        <p:spPr bwMode="auto">
          <a:xfrm>
            <a:off x="690522" y="4992304"/>
            <a:ext cx="13284851" cy="3216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Sobre a equipe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00" dirty="0">
                <a:latin typeface="Arial"/>
                <a:cs typeface="Arial"/>
              </a:rPr>
              <a:t>	 </a:t>
            </a:r>
            <a:r>
              <a:rPr lang="pt-BR" sz="2400" dirty="0">
                <a:latin typeface="Arial"/>
                <a:cs typeface="Arial"/>
              </a:rPr>
              <a:t>Somos a MV Bugs, nosso grupo formado para a produção do Projeto Interdisciplinar. Aplicamos o nosso conhecimento na produção do nosso jogo e esperamos que isso transpareça, assim como a história e a missão do projeto a todos. </a:t>
            </a:r>
            <a:endParaRPr lang="pt-BR" sz="2400" dirty="0">
              <a:cs typeface="Arial"/>
            </a:endParaRPr>
          </a:p>
          <a:p>
            <a:pPr algn="just" defTabSz="1678349">
              <a:spcAft>
                <a:spcPts val="1200"/>
              </a:spcAft>
            </a:pPr>
            <a:r>
              <a:rPr lang="pt-BR" sz="2400" dirty="0">
                <a:latin typeface="Arial"/>
                <a:cs typeface="Arial"/>
              </a:rPr>
              <a:t>	 Todos os integrantes trabalharam em conjunto utilizando guias como o método </a:t>
            </a:r>
            <a:r>
              <a:rPr lang="pt-BR" sz="2400" dirty="0" err="1">
                <a:latin typeface="Arial"/>
                <a:cs typeface="Arial"/>
              </a:rPr>
              <a:t>Kanban</a:t>
            </a:r>
            <a:r>
              <a:rPr lang="pt-BR" sz="2400" dirty="0">
                <a:latin typeface="Arial"/>
                <a:cs typeface="Arial"/>
              </a:rPr>
              <a:t> e quadros brancos, para que nosso projeto se desenvolvesse com eficácia e destreza, visando atingir a melhor expectativa e condizer com a </a:t>
            </a:r>
            <a:r>
              <a:rPr lang="pt-BR" sz="2400">
                <a:latin typeface="Arial"/>
                <a:cs typeface="Arial"/>
              </a:rPr>
              <a:t>confiança aplicada.</a:t>
            </a:r>
            <a:endParaRPr lang="pt-BR" sz="2400" dirty="0">
              <a:latin typeface="Arial"/>
              <a:cs typeface="Arial"/>
            </a:endParaRPr>
          </a:p>
        </p:txBody>
      </p:sp>
      <p:sp>
        <p:nvSpPr>
          <p:cNvPr id="4104" name="Rectangle 13"/>
          <p:cNvSpPr>
            <a:spLocks noChangeArrowheads="1"/>
          </p:cNvSpPr>
          <p:nvPr/>
        </p:nvSpPr>
        <p:spPr bwMode="auto">
          <a:xfrm>
            <a:off x="0" y="-669350"/>
            <a:ext cx="184731" cy="133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6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sz="8099">
              <a:latin typeface="Arial" panose="020B0604020202020204" pitchFamily="34" charset="0"/>
            </a:endParaRPr>
          </a:p>
        </p:txBody>
      </p:sp>
      <p:sp>
        <p:nvSpPr>
          <p:cNvPr id="410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33295" y="1091039"/>
            <a:ext cx="27924315" cy="2258359"/>
          </a:xfrm>
        </p:spPr>
        <p:txBody>
          <a:bodyPr/>
          <a:lstStyle/>
          <a:p>
            <a:pPr eaLnBrk="1" hangingPunct="1"/>
            <a:r>
              <a:rPr lang="pt-BR" sz="5866" b="1"/>
              <a:t>Quarto Fobo</a:t>
            </a:r>
          </a:p>
        </p:txBody>
      </p:sp>
      <p:sp>
        <p:nvSpPr>
          <p:cNvPr id="4109" name="Rectangle 14"/>
          <p:cNvSpPr>
            <a:spLocks noChangeArrowheads="1"/>
          </p:cNvSpPr>
          <p:nvPr/>
        </p:nvSpPr>
        <p:spPr bwMode="auto">
          <a:xfrm>
            <a:off x="1540883" y="288300"/>
            <a:ext cx="25809904" cy="16190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411435" tIns="205717" rIns="411435" bIns="205717" anchor="ctr"/>
          <a:lstStyle/>
          <a:p>
            <a:pPr algn="ctr" eaLnBrk="1" hangingPunct="1"/>
            <a:r>
              <a:rPr lang="pt-BR" sz="7999" b="1">
                <a:solidFill>
                  <a:schemeClr val="bg1"/>
                </a:solidFill>
              </a:rPr>
              <a:t>Semana de Tecnologia FECAP 2025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6D4C09D9-51BE-953B-669D-23F72BD2F1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53154" y="4992305"/>
            <a:ext cx="13284851" cy="5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/>
          <a:p>
            <a:pPr algn="just" defTabSz="1678349" eaLnBrk="1" hangingPunct="1"/>
            <a:r>
              <a:rPr lang="pt-BR" sz="3600" b="1" dirty="0">
                <a:latin typeface="Arial"/>
                <a:ea typeface="ＭＳ Ｐゴシック"/>
                <a:cs typeface="Arial"/>
              </a:rPr>
              <a:t>Problema a ser tratado</a:t>
            </a:r>
          </a:p>
          <a:p>
            <a:pPr algn="just" defTabSz="1678349" eaLnBrk="1" hangingPunct="1"/>
            <a:r>
              <a:rPr lang="pt-BR" sz="2400" dirty="0">
                <a:latin typeface="Arial"/>
                <a:cs typeface="Arial"/>
              </a:rPr>
              <a:t>	 O jogo “Quarto Fobo” aborda o tema saúde mental e as consequências de sua ausência, destacando como ela é fundamental para o bem-estar humano e como influencia diretamente nossa realidade e percepção.</a:t>
            </a:r>
            <a:endParaRPr lang="pt-BR" sz="2400" dirty="0">
              <a:cs typeface="Arial"/>
            </a:endParaRPr>
          </a:p>
          <a:p>
            <a:pPr algn="just" defTabSz="1678349"/>
            <a:r>
              <a:rPr lang="pt-BR" sz="2400" dirty="0">
                <a:latin typeface="Arial"/>
                <a:cs typeface="Arial"/>
              </a:rPr>
              <a:t>	 Nos últimos anos (especialmente após a pandemia de COVID-19 e o período de confinamento social), a taxa de jovens com problemas como ansiedade e depressão aumentou de forma alarmante. Muitos desses casos estão relacionados à pressão social, ao uso excessivo de redes sociais e à cobrança acadêmica.</a:t>
            </a:r>
            <a:endParaRPr lang="pt-BR" sz="2400" dirty="0">
              <a:cs typeface="Arial"/>
            </a:endParaRPr>
          </a:p>
          <a:p>
            <a:pPr algn="just" defTabSz="1678349"/>
            <a:r>
              <a:rPr lang="pt-BR" sz="2400" dirty="0">
                <a:latin typeface="Arial"/>
                <a:cs typeface="Arial"/>
              </a:rPr>
              <a:t>	 Essas condições afetam profundamente o bem-estar físico e emocional, interferindo nas tarefas do dia a dia, nas relações sociais e na forma como percebemos o mundo ao nosso redor.</a:t>
            </a:r>
          </a:p>
          <a:p>
            <a:pPr algn="just" defTabSz="1678349"/>
            <a:r>
              <a:rPr lang="pt-BR" sz="2400" dirty="0">
                <a:latin typeface="Arial"/>
                <a:cs typeface="Arial"/>
              </a:rPr>
              <a:t>	 Cuidar da saúde mental é essencial, sobretudo para os jovens, que enfrentam cada vez mais desafios emocionais e sociais.</a:t>
            </a:r>
          </a:p>
          <a:p>
            <a:pPr algn="just" defTabSz="1678349">
              <a:spcAft>
                <a:spcPts val="1200"/>
              </a:spcAft>
            </a:pPr>
            <a:endParaRPr lang="pt-BR" sz="3700" dirty="0">
              <a:cs typeface="Arial"/>
            </a:endParaRP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C1758913-C53F-99C8-A545-3D8DE7E0ED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353" y="33543418"/>
            <a:ext cx="13318910" cy="467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Solução proposta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  <a:r>
              <a:rPr lang="pt-BR" sz="2400" dirty="0"/>
              <a:t> Desenvolvemos o Quarto Fobo, jogo de terror psicológico, pensando principalmente em como as pessoas podem ser afetadas pelas doenças mentais, trazendo uma narrativa imersiva e envolvente. Com isso, nossa solução oferece:</a:t>
            </a:r>
          </a:p>
          <a:p>
            <a:pPr marL="342900" indent="-342900" algn="just" defTabSz="1678349" eaLnBrk="1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sz="2400" b="1" dirty="0"/>
              <a:t>Psicopatologia: </a:t>
            </a:r>
            <a:r>
              <a:rPr lang="pt-BR" sz="2400" dirty="0"/>
              <a:t>Demonstrando de forma ficcional as causas e consequências das doenças mentais;</a:t>
            </a:r>
          </a:p>
          <a:p>
            <a:pPr marL="342900" indent="-342900" algn="just" defTabSz="1678349" eaLnBrk="1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sz="2400" b="1" dirty="0"/>
              <a:t>Conscientização</a:t>
            </a:r>
            <a:r>
              <a:rPr lang="pt-BR" sz="2400" dirty="0"/>
              <a:t>, buscando alertar as pessoas sobre os perigos de uma má saúde psicológica.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666" dirty="0"/>
              <a:t>	 </a:t>
            </a:r>
            <a:r>
              <a:rPr lang="pt-BR" sz="2400" dirty="0"/>
              <a:t>Dessa forma, Quarto Fobo transforma o terror em uma forma de apresentar como a psique humana pode distorcer e moldar a realidade em seu entorno.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A584AD84-C68C-68B6-E7C1-1D0E2FA735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40" y="3056747"/>
            <a:ext cx="29592614" cy="13551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11435" tIns="205717" rIns="411435" bIns="205717" numCol="1" anchor="ctr" anchorCtr="0" compatLnSpc="1">
            <a:prstTxWarp prst="textNoShape">
              <a:avLst/>
            </a:prstTxWarp>
          </a:bodyPr>
          <a:lstStyle>
            <a:lvl1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2pPr>
            <a:lvl3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3pPr>
            <a:lvl4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4pPr>
            <a:lvl5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5pPr>
            <a:lvl6pPr marL="4572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6pPr>
            <a:lvl7pPr marL="9144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7pPr>
            <a:lvl8pPr marL="13716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8pPr>
            <a:lvl9pPr marL="18288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9pPr>
          </a:lstStyle>
          <a:p>
            <a:pPr eaLnBrk="1" hangingPunct="1"/>
            <a:r>
              <a:rPr lang="pt-BR" sz="2666" b="1" kern="0"/>
              <a:t>Professores: Victor Bruno Alexander Rosetti de </a:t>
            </a:r>
            <a:r>
              <a:rPr lang="pt-BR" sz="2666" b="1" kern="0" err="1"/>
              <a:t>Quiroz</a:t>
            </a:r>
            <a:r>
              <a:rPr lang="pt-BR" sz="2666" b="1" kern="0"/>
              <a:t>, Joyce Daniele Tavares, </a:t>
            </a:r>
            <a:r>
              <a:rPr lang="pt-BR" sz="2666" b="1" kern="0" err="1"/>
              <a:t>Luis</a:t>
            </a:r>
            <a:r>
              <a:rPr lang="pt-BR" sz="2666" b="1" kern="0"/>
              <a:t> Fernando dos Santos Pires, Renata Muniz Do Nascimento, Adriano Felix Valente</a:t>
            </a:r>
            <a:endParaRPr lang="pt-BR" sz="5866" b="1" kern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E19C662-D68A-6035-2E4C-978100FAE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46784" y="33543418"/>
            <a:ext cx="13318910" cy="74374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Futuro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  </a:t>
            </a:r>
            <a:r>
              <a:rPr lang="pt-BR" sz="2400" dirty="0"/>
              <a:t>Nosso objetivo é o desenvolvimento completo do Quarto Fobo, de forma que o jogo possa proporcionar aos jogadores uma experiência envolvente, em torno dos problemas que o protagonista enfrenta ao decorrer da jogatina.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400" dirty="0"/>
              <a:t> 	  Entre os próximos passos, estão:</a:t>
            </a:r>
          </a:p>
          <a:p>
            <a:pPr marL="342900" indent="-342900" algn="just" defTabSz="1678349" eaLnBrk="1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sz="2400" b="1" dirty="0"/>
              <a:t>Aprimoramento do projeto: </a:t>
            </a:r>
            <a:r>
              <a:rPr lang="pt-BR" sz="2400" dirty="0"/>
              <a:t>finalizar as mecânicas do jogo, corrigir os erros que podem ocorrer e otimizar o desempenho.</a:t>
            </a:r>
          </a:p>
          <a:p>
            <a:pPr marL="342900" indent="-342900" algn="just" defTabSz="1678349" eaLnBrk="1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sz="2400" b="1" dirty="0"/>
              <a:t>Criação de site do nosso jogo: </a:t>
            </a:r>
            <a:r>
              <a:rPr lang="pt-BR" sz="2400" dirty="0"/>
              <a:t>um site oficial para novidades, atualizações e aquisição do jogo.</a:t>
            </a:r>
          </a:p>
          <a:p>
            <a:pPr marL="342900" indent="-342900" algn="just" defTabSz="1678349" eaLnBrk="1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sz="2400" b="1" dirty="0"/>
              <a:t>Parcerias e Investidores: </a:t>
            </a:r>
            <a:r>
              <a:rPr lang="pt-BR" sz="2400" dirty="0"/>
              <a:t>busca por investidores ou parceiros para a expansão do nosso projeto.</a:t>
            </a:r>
          </a:p>
          <a:p>
            <a:pPr marL="342900" indent="-342900" algn="just" defTabSz="1678349" eaLnBrk="1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sz="2400" b="1" dirty="0"/>
              <a:t>Feedback: </a:t>
            </a:r>
            <a:r>
              <a:rPr lang="pt-BR" sz="2400" dirty="0"/>
              <a:t>coletar opiniões das pessoas que jogaram para entender o que pode ser melhorado para ajustar o produto final.</a:t>
            </a:r>
          </a:p>
          <a:p>
            <a:pPr marL="342900" indent="-342900" algn="just" defTabSz="1678349" eaLnBrk="1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sz="2400" b="1" dirty="0"/>
              <a:t>Aplicação educacional: </a:t>
            </a:r>
            <a:r>
              <a:rPr lang="pt-BR" sz="2400" dirty="0"/>
              <a:t>futuramente, o projeto poderia ser utilizado em espaços acadêmicos como escolas, agindo como uma ferramenta de apoio à discussão sobre saúde mental, ajudando com a importância do auto cuidado mental.</a:t>
            </a:r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22108886-71AE-7425-406A-CC03C41D8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9431" y="10829875"/>
            <a:ext cx="12868819" cy="1569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defTabSz="1678349" eaLnBrk="1" hangingPunct="1"/>
            <a:r>
              <a:rPr lang="pt-BR" sz="5866" b="1">
                <a:ea typeface="ＭＳ Ｐゴシック" pitchFamily="34" charset="-128"/>
              </a:rPr>
              <a:t>Imagens e ferramentas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/>
              <a:t> </a:t>
            </a:r>
            <a:r>
              <a:rPr lang="pt-BR" sz="2666"/>
              <a:t>	</a:t>
            </a:r>
          </a:p>
        </p:txBody>
      </p:sp>
      <p:pic>
        <p:nvPicPr>
          <p:cNvPr id="5" name="Imagem 4" descr="Uma imagem contendo óculos&#10;&#10;O conteúdo gerado por IA pode estar incorreto.">
            <a:extLst>
              <a:ext uri="{FF2B5EF4-FFF2-40B4-BE49-F238E27FC236}">
                <a16:creationId xmlns:a16="http://schemas.microsoft.com/office/drawing/2014/main" id="{C56C1960-665E-2EB7-EDC1-1EBC9CE69C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2" y="40356014"/>
            <a:ext cx="3095947" cy="3115297"/>
          </a:xfrm>
          <a:prstGeom prst="rect">
            <a:avLst/>
          </a:prstGeom>
        </p:spPr>
      </p:pic>
      <p:pic>
        <p:nvPicPr>
          <p:cNvPr id="10" name="Imagem 9" descr="Uma imagem contendo óculos, caneca&#10;&#10;O conteúdo gerado por IA pode estar incorreto.">
            <a:extLst>
              <a:ext uri="{FF2B5EF4-FFF2-40B4-BE49-F238E27FC236}">
                <a16:creationId xmlns:a16="http://schemas.microsoft.com/office/drawing/2014/main" id="{55769E50-5B5D-08C0-E78D-9BA4C95476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01752" y="40382747"/>
            <a:ext cx="3095945" cy="3105591"/>
          </a:xfrm>
          <a:prstGeom prst="rect">
            <a:avLst/>
          </a:prstGeom>
        </p:spPr>
      </p:pic>
      <p:pic>
        <p:nvPicPr>
          <p:cNvPr id="1026" name="Picture 2" descr="Unity Logo PNG Transparent &amp; SVG Vector - Freebie Supply">
            <a:extLst>
              <a:ext uri="{FF2B5EF4-FFF2-40B4-BE49-F238E27FC236}">
                <a16:creationId xmlns:a16="http://schemas.microsoft.com/office/drawing/2014/main" id="{B7A12000-B85C-A442-EADB-D2A4D111A8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1502" y="11534128"/>
            <a:ext cx="1127846" cy="115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D6155B9-B8AE-476C-69CC-65AC7C6162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454520">
            <a:off x="19953148" y="11111336"/>
            <a:ext cx="1884209" cy="1884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Imagem 10" descr="Tela de jogo de vídeo game&#10;&#10;O conteúdo gerado por IA pode estar incorreto.">
            <a:extLst>
              <a:ext uri="{FF2B5EF4-FFF2-40B4-BE49-F238E27FC236}">
                <a16:creationId xmlns:a16="http://schemas.microsoft.com/office/drawing/2014/main" id="{42B47355-BDDE-E62B-B1D6-B4EB5ABEDA2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62" y="12984958"/>
            <a:ext cx="16372221" cy="9240966"/>
          </a:xfrm>
          <a:prstGeom prst="rect">
            <a:avLst/>
          </a:prstGeom>
        </p:spPr>
      </p:pic>
      <p:pic>
        <p:nvPicPr>
          <p:cNvPr id="13" name="Imagem 12" descr="Tela de computador com imagem de jogo de vídeo game&#10;&#10;O conteúdo gerado por IA pode estar incorreto.">
            <a:extLst>
              <a:ext uri="{FF2B5EF4-FFF2-40B4-BE49-F238E27FC236}">
                <a16:creationId xmlns:a16="http://schemas.microsoft.com/office/drawing/2014/main" id="{8F6C0147-D301-9B4B-8FEC-636E78A91CB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731" y="22884768"/>
            <a:ext cx="16559252" cy="9245214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69C1FD86-4A11-569B-CB17-6B2622A34AD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58157" y="12838600"/>
            <a:ext cx="10846124" cy="1929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194372"/>
      </p:ext>
    </p:extLst>
  </p:cSld>
  <p:clrMapOvr>
    <a:masterClrMapping/>
  </p:clrMapOvr>
</p:sld>
</file>

<file path=ppt/theme/theme1.xml><?xml version="1.0" encoding="utf-8"?>
<a:theme xmlns:a="http://schemas.openxmlformats.org/drawingml/2006/main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sign padrã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sign padrão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5364877AF745B4281652B53F43C594A" ma:contentTypeVersion="15" ma:contentTypeDescription="Crie um novo documento." ma:contentTypeScope="" ma:versionID="440a6fbbcbce65e3f8e2bed610644788">
  <xsd:schema xmlns:xsd="http://www.w3.org/2001/XMLSchema" xmlns:xs="http://www.w3.org/2001/XMLSchema" xmlns:p="http://schemas.microsoft.com/office/2006/metadata/properties" xmlns:ns2="1d2798d9-1030-4cc5-be7b-200f9e628651" xmlns:ns3="8ca2a57e-8138-4b57-956a-eb6e2c7049cc" targetNamespace="http://schemas.microsoft.com/office/2006/metadata/properties" ma:root="true" ma:fieldsID="3ff20d9b6411658b7762fa2c08d7e1af" ns2:_="" ns3:_="">
    <xsd:import namespace="1d2798d9-1030-4cc5-be7b-200f9e628651"/>
    <xsd:import namespace="8ca2a57e-8138-4b57-956a-eb6e2c7049c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2798d9-1030-4cc5-be7b-200f9e62865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2adbafb-c224-4d2e-8ca4-b5c3cc77204d}" ma:internalName="TaxCatchAll" ma:showField="CatchAllData" ma:web="1d2798d9-1030-4cc5-be7b-200f9e62865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a2a57e-8138-4b57-956a-eb6e2c7049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Marcações de imagem" ma:readOnly="false" ma:fieldId="{5cf76f15-5ced-4ddc-b409-7134ff3c332f}" ma:taxonomyMulti="true" ma:sspId="aeda4b81-a95b-4c43-add2-24b94db42d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ca2a57e-8138-4b57-956a-eb6e2c7049cc">
      <Terms xmlns="http://schemas.microsoft.com/office/infopath/2007/PartnerControls"/>
    </lcf76f155ced4ddcb4097134ff3c332f>
    <TaxCatchAll xmlns="1d2798d9-1030-4cc5-be7b-200f9e628651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0583F25-0BD0-426F-9D18-6079E5A027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2798d9-1030-4cc5-be7b-200f9e628651"/>
    <ds:schemaRef ds:uri="8ca2a57e-8138-4b57-956a-eb6e2c7049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C580D08-C850-4D98-9BB0-6190D1509D8A}">
  <ds:schemaRefs>
    <ds:schemaRef ds:uri="http://www.w3.org/XML/1998/namespace"/>
    <ds:schemaRef ds:uri="1d2798d9-1030-4cc5-be7b-200f9e628651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8ca2a57e-8138-4b57-956a-eb6e2c7049cc"/>
    <ds:schemaRef ds:uri="http://purl.org/dc/elements/1.1/"/>
    <ds:schemaRef ds:uri="http://purl.org/dc/terms/"/>
    <ds:schemaRef ds:uri="http://purl.org/dc/dcmitype/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20511531-72C6-41EA-909D-35A50B0891E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143</TotalTime>
  <Words>568</Words>
  <Application>Microsoft Office PowerPoint</Application>
  <PresentationFormat>Personalizar</PresentationFormat>
  <Paragraphs>28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ＭＳ Ｐゴシック</vt:lpstr>
      <vt:lpstr>Arial</vt:lpstr>
      <vt:lpstr>Calibri</vt:lpstr>
      <vt:lpstr>Design padrão</vt:lpstr>
      <vt:lpstr>Quarto Fobo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Jr</dc:creator>
  <cp:lastModifiedBy>Lucas Soares</cp:lastModifiedBy>
  <cp:revision>2</cp:revision>
  <dcterms:created xsi:type="dcterms:W3CDTF">2006-11-04T15:46:42Z</dcterms:created>
  <dcterms:modified xsi:type="dcterms:W3CDTF">2025-11-11T02:52:29Z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0x01010045364877AF745B4281652B53F43C594A</vt:lpwstr>
  </property>
</Properties>
</file>